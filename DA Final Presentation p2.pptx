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62" r:id="rId1"/>
  </p:sldMasterIdLst>
  <p:notesMasterIdLst>
    <p:notesMasterId r:id="rId27"/>
  </p:notesMasterIdLst>
  <p:sldIdLst>
    <p:sldId id="256" r:id="rId2"/>
    <p:sldId id="257" r:id="rId3"/>
    <p:sldId id="258" r:id="rId4"/>
    <p:sldId id="259" r:id="rId5"/>
    <p:sldId id="265" r:id="rId6"/>
    <p:sldId id="266" r:id="rId7"/>
    <p:sldId id="260" r:id="rId8"/>
    <p:sldId id="267" r:id="rId9"/>
    <p:sldId id="268" r:id="rId10"/>
    <p:sldId id="269" r:id="rId11"/>
    <p:sldId id="271" r:id="rId12"/>
    <p:sldId id="277" r:id="rId13"/>
    <p:sldId id="278" r:id="rId14"/>
    <p:sldId id="279" r:id="rId15"/>
    <p:sldId id="280" r:id="rId16"/>
    <p:sldId id="281" r:id="rId17"/>
    <p:sldId id="282" r:id="rId18"/>
    <p:sldId id="262" r:id="rId19"/>
    <p:sldId id="276" r:id="rId20"/>
    <p:sldId id="272" r:id="rId21"/>
    <p:sldId id="273" r:id="rId22"/>
    <p:sldId id="274" r:id="rId23"/>
    <p:sldId id="275" r:id="rId24"/>
    <p:sldId id="263" r:id="rId25"/>
    <p:sldId id="26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70" userDrawn="1">
          <p15:clr>
            <a:srgbClr val="9AA0A6"/>
          </p15:clr>
        </p15:guide>
        <p15:guide id="2" pos="5868">
          <p15:clr>
            <a:srgbClr val="9AA0A6"/>
          </p15:clr>
        </p15:guide>
        <p15:guide id="3" orient="horz" pos="157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XQ1N1MafN4fY+Bs9ldogAdiZ6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E2E38D-1021-42D6-9907-2A3312C20288}" v="121" dt="2025-12-31T05:31:11.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 JANAGAM" userId="c7552f9cfd80f157" providerId="LiveId" clId="{C45403F7-F2E7-4613-95B0-683165D79BB8}"/>
    <pc:docChg chg="undo redo custSel addSld delSld modSld sldOrd modMainMaster">
      <pc:chgData name="TEJA JANAGAM" userId="c7552f9cfd80f157" providerId="LiveId" clId="{C45403F7-F2E7-4613-95B0-683165D79BB8}" dt="2025-12-31T05:32:05.419" v="1273" actId="1076"/>
      <pc:docMkLst>
        <pc:docMk/>
      </pc:docMkLst>
      <pc:sldChg chg="modSp mod">
        <pc:chgData name="TEJA JANAGAM" userId="c7552f9cfd80f157" providerId="LiveId" clId="{C45403F7-F2E7-4613-95B0-683165D79BB8}" dt="2025-12-31T04:57:08.339" v="1129" actId="1076"/>
        <pc:sldMkLst>
          <pc:docMk/>
          <pc:sldMk cId="0" sldId="256"/>
        </pc:sldMkLst>
        <pc:spChg chg="mod">
          <ac:chgData name="TEJA JANAGAM" userId="c7552f9cfd80f157" providerId="LiveId" clId="{C45403F7-F2E7-4613-95B0-683165D79BB8}" dt="2025-12-31T04:57:08.339" v="1129" actId="1076"/>
          <ac:spMkLst>
            <pc:docMk/>
            <pc:sldMk cId="0" sldId="256"/>
            <ac:spMk id="72" creationId="{00000000-0000-0000-0000-000000000000}"/>
          </ac:spMkLst>
        </pc:spChg>
        <pc:spChg chg="mod">
          <ac:chgData name="TEJA JANAGAM" userId="c7552f9cfd80f157" providerId="LiveId" clId="{C45403F7-F2E7-4613-95B0-683165D79BB8}" dt="2025-12-31T04:53:54.037" v="1109" actId="1076"/>
          <ac:spMkLst>
            <pc:docMk/>
            <pc:sldMk cId="0" sldId="256"/>
            <ac:spMk id="73" creationId="{00000000-0000-0000-0000-000000000000}"/>
          </ac:spMkLst>
        </pc:spChg>
      </pc:sldChg>
      <pc:sldChg chg="modSp">
        <pc:chgData name="TEJA JANAGAM" userId="c7552f9cfd80f157" providerId="LiveId" clId="{C45403F7-F2E7-4613-95B0-683165D79BB8}" dt="2025-12-31T05:31:11.777" v="1267"/>
        <pc:sldMkLst>
          <pc:docMk/>
          <pc:sldMk cId="0" sldId="257"/>
        </pc:sldMkLst>
        <pc:spChg chg="mod">
          <ac:chgData name="TEJA JANAGAM" userId="c7552f9cfd80f157" providerId="LiveId" clId="{C45403F7-F2E7-4613-95B0-683165D79BB8}" dt="2025-12-31T05:31:11.777" v="1267"/>
          <ac:spMkLst>
            <pc:docMk/>
            <pc:sldMk cId="0" sldId="257"/>
            <ac:spMk id="82" creationId="{00000000-0000-0000-0000-000000000000}"/>
          </ac:spMkLst>
        </pc:spChg>
      </pc:sldChg>
      <pc:sldChg chg="addSp modSp mod">
        <pc:chgData name="TEJA JANAGAM" userId="c7552f9cfd80f157" providerId="LiveId" clId="{C45403F7-F2E7-4613-95B0-683165D79BB8}" dt="2025-12-27T11:59:34.109" v="82" actId="20577"/>
        <pc:sldMkLst>
          <pc:docMk/>
          <pc:sldMk cId="0" sldId="258"/>
        </pc:sldMkLst>
        <pc:spChg chg="add mod">
          <ac:chgData name="TEJA JANAGAM" userId="c7552f9cfd80f157" providerId="LiveId" clId="{C45403F7-F2E7-4613-95B0-683165D79BB8}" dt="2025-12-27T11:59:34.109" v="82" actId="20577"/>
          <ac:spMkLst>
            <pc:docMk/>
            <pc:sldMk cId="0" sldId="258"/>
            <ac:spMk id="2" creationId="{A3142342-9168-7ED7-CA3D-8E6E8B319C74}"/>
          </ac:spMkLst>
        </pc:spChg>
      </pc:sldChg>
      <pc:sldChg chg="addSp modSp mod">
        <pc:chgData name="TEJA JANAGAM" userId="c7552f9cfd80f157" providerId="LiveId" clId="{C45403F7-F2E7-4613-95B0-683165D79BB8}" dt="2025-12-31T05:31:11.777" v="1267"/>
        <pc:sldMkLst>
          <pc:docMk/>
          <pc:sldMk cId="0" sldId="259"/>
        </pc:sldMkLst>
        <pc:spChg chg="add mod">
          <ac:chgData name="TEJA JANAGAM" userId="c7552f9cfd80f157" providerId="LiveId" clId="{C45403F7-F2E7-4613-95B0-683165D79BB8}" dt="2025-12-31T04:57:56.605" v="1133" actId="20577"/>
          <ac:spMkLst>
            <pc:docMk/>
            <pc:sldMk cId="0" sldId="259"/>
            <ac:spMk id="2" creationId="{321DB2CF-4F71-DDF8-92B1-C6ADC2DD6199}"/>
          </ac:spMkLst>
        </pc:spChg>
        <pc:spChg chg="mod">
          <ac:chgData name="TEJA JANAGAM" userId="c7552f9cfd80f157" providerId="LiveId" clId="{C45403F7-F2E7-4613-95B0-683165D79BB8}" dt="2025-12-31T05:31:11.777" v="1267"/>
          <ac:spMkLst>
            <pc:docMk/>
            <pc:sldMk cId="0" sldId="259"/>
            <ac:spMk id="96" creationId="{00000000-0000-0000-0000-000000000000}"/>
          </ac:spMkLst>
        </pc:spChg>
      </pc:sldChg>
      <pc:sldChg chg="addSp modSp mod ord">
        <pc:chgData name="TEJA JANAGAM" userId="c7552f9cfd80f157" providerId="LiveId" clId="{C45403F7-F2E7-4613-95B0-683165D79BB8}" dt="2025-12-27T13:53:04.362" v="883" actId="113"/>
        <pc:sldMkLst>
          <pc:docMk/>
          <pc:sldMk cId="0" sldId="260"/>
        </pc:sldMkLst>
        <pc:spChg chg="mod">
          <ac:chgData name="TEJA JANAGAM" userId="c7552f9cfd80f157" providerId="LiveId" clId="{C45403F7-F2E7-4613-95B0-683165D79BB8}" dt="2025-12-27T13:50:58.055" v="873" actId="1076"/>
          <ac:spMkLst>
            <pc:docMk/>
            <pc:sldMk cId="0" sldId="260"/>
            <ac:spMk id="106" creationId="{00000000-0000-0000-0000-000000000000}"/>
          </ac:spMkLst>
        </pc:spChg>
        <pc:graphicFrameChg chg="add mod modGraphic">
          <ac:chgData name="TEJA JANAGAM" userId="c7552f9cfd80f157" providerId="LiveId" clId="{C45403F7-F2E7-4613-95B0-683165D79BB8}" dt="2025-12-27T13:44:54.084" v="837" actId="2164"/>
          <ac:graphicFrameMkLst>
            <pc:docMk/>
            <pc:sldMk cId="0" sldId="260"/>
            <ac:graphicFrameMk id="2" creationId="{5633276C-8DC7-5278-095C-9214BC95A57E}"/>
          </ac:graphicFrameMkLst>
        </pc:graphicFrameChg>
        <pc:graphicFrameChg chg="add mod modGraphic">
          <ac:chgData name="TEJA JANAGAM" userId="c7552f9cfd80f157" providerId="LiveId" clId="{C45403F7-F2E7-4613-95B0-683165D79BB8}" dt="2025-12-27T13:53:04.362" v="883" actId="113"/>
          <ac:graphicFrameMkLst>
            <pc:docMk/>
            <pc:sldMk cId="0" sldId="260"/>
            <ac:graphicFrameMk id="3" creationId="{483B0367-F848-599B-40E2-80A7F168E046}"/>
          </ac:graphicFrameMkLst>
        </pc:graphicFrameChg>
      </pc:sldChg>
      <pc:sldChg chg="addSp delSp modSp del mod">
        <pc:chgData name="TEJA JANAGAM" userId="c7552f9cfd80f157" providerId="LiveId" clId="{C45403F7-F2E7-4613-95B0-683165D79BB8}" dt="2025-12-31T05:15:09.372" v="1183" actId="47"/>
        <pc:sldMkLst>
          <pc:docMk/>
          <pc:sldMk cId="0" sldId="261"/>
        </pc:sldMkLst>
        <pc:spChg chg="mod">
          <ac:chgData name="TEJA JANAGAM" userId="c7552f9cfd80f157" providerId="LiveId" clId="{C45403F7-F2E7-4613-95B0-683165D79BB8}" dt="2025-12-31T04:57:20.209" v="1131"/>
          <ac:spMkLst>
            <pc:docMk/>
            <pc:sldMk cId="0" sldId="261"/>
            <ac:spMk id="113" creationId="{00000000-0000-0000-0000-000000000000}"/>
          </ac:spMkLst>
        </pc:spChg>
      </pc:sldChg>
      <pc:sldChg chg="addSp modSp mod">
        <pc:chgData name="TEJA JANAGAM" userId="c7552f9cfd80f157" providerId="LiveId" clId="{C45403F7-F2E7-4613-95B0-683165D79BB8}" dt="2025-12-27T12:08:03.209" v="152" actId="20577"/>
        <pc:sldMkLst>
          <pc:docMk/>
          <pc:sldMk cId="0" sldId="262"/>
        </pc:sldMkLst>
        <pc:spChg chg="add mod">
          <ac:chgData name="TEJA JANAGAM" userId="c7552f9cfd80f157" providerId="LiveId" clId="{C45403F7-F2E7-4613-95B0-683165D79BB8}" dt="2025-12-27T12:08:03.209" v="152" actId="20577"/>
          <ac:spMkLst>
            <pc:docMk/>
            <pc:sldMk cId="0" sldId="262"/>
            <ac:spMk id="3" creationId="{AB902AD5-04A9-04F4-B5B0-5105485458C3}"/>
          </ac:spMkLst>
        </pc:spChg>
      </pc:sldChg>
      <pc:sldChg chg="addSp delSp modSp mod ord">
        <pc:chgData name="TEJA JANAGAM" userId="c7552f9cfd80f157" providerId="LiveId" clId="{C45403F7-F2E7-4613-95B0-683165D79BB8}" dt="2025-12-27T14:09:40.645" v="1009"/>
        <pc:sldMkLst>
          <pc:docMk/>
          <pc:sldMk cId="0" sldId="263"/>
        </pc:sldMkLst>
        <pc:picChg chg="add mod">
          <ac:chgData name="TEJA JANAGAM" userId="c7552f9cfd80f157" providerId="LiveId" clId="{C45403F7-F2E7-4613-95B0-683165D79BB8}" dt="2025-12-27T14:08:59.980" v="996" actId="14100"/>
          <ac:picMkLst>
            <pc:docMk/>
            <pc:sldMk cId="0" sldId="263"/>
            <ac:picMk id="7" creationId="{38301141-A6BE-1802-7919-F81604A6676C}"/>
          </ac:picMkLst>
        </pc:picChg>
      </pc:sldChg>
      <pc:sldChg chg="addSp modSp add mod">
        <pc:chgData name="TEJA JANAGAM" userId="c7552f9cfd80f157" providerId="LiveId" clId="{C45403F7-F2E7-4613-95B0-683165D79BB8}" dt="2025-12-27T12:05:16.440" v="101" actId="14100"/>
        <pc:sldMkLst>
          <pc:docMk/>
          <pc:sldMk cId="1836468077" sldId="265"/>
        </pc:sldMkLst>
        <pc:spChg chg="mod">
          <ac:chgData name="TEJA JANAGAM" userId="c7552f9cfd80f157" providerId="LiveId" clId="{C45403F7-F2E7-4613-95B0-683165D79BB8}" dt="2025-12-27T12:03:50.233" v="95" actId="1076"/>
          <ac:spMkLst>
            <pc:docMk/>
            <pc:sldMk cId="1836468077" sldId="265"/>
            <ac:spMk id="128" creationId="{2805B7EC-928E-C7D3-360C-14FE38EA768A}"/>
          </ac:spMkLst>
        </pc:spChg>
        <pc:picChg chg="add mod">
          <ac:chgData name="TEJA JANAGAM" userId="c7552f9cfd80f157" providerId="LiveId" clId="{C45403F7-F2E7-4613-95B0-683165D79BB8}" dt="2025-12-27T12:05:16.440" v="101" actId="14100"/>
          <ac:picMkLst>
            <pc:docMk/>
            <pc:sldMk cId="1836468077" sldId="265"/>
            <ac:picMk id="3" creationId="{257F46BF-9A17-1AC0-C843-362DA1546F4A}"/>
          </ac:picMkLst>
        </pc:picChg>
      </pc:sldChg>
      <pc:sldChg chg="addSp modSp add mod">
        <pc:chgData name="TEJA JANAGAM" userId="c7552f9cfd80f157" providerId="LiveId" clId="{C45403F7-F2E7-4613-95B0-683165D79BB8}" dt="2025-12-27T13:40:24.078" v="836" actId="20577"/>
        <pc:sldMkLst>
          <pc:docMk/>
          <pc:sldMk cId="1963648883" sldId="266"/>
        </pc:sldMkLst>
        <pc:spChg chg="add mod">
          <ac:chgData name="TEJA JANAGAM" userId="c7552f9cfd80f157" providerId="LiveId" clId="{C45403F7-F2E7-4613-95B0-683165D79BB8}" dt="2025-12-27T13:40:24.078" v="836" actId="20577"/>
          <ac:spMkLst>
            <pc:docMk/>
            <pc:sldMk cId="1963648883" sldId="266"/>
            <ac:spMk id="2" creationId="{79EC5200-DF73-CFF5-23BE-1CBD81936ABF}"/>
          </ac:spMkLst>
        </pc:spChg>
        <pc:spChg chg="mod">
          <ac:chgData name="TEJA JANAGAM" userId="c7552f9cfd80f157" providerId="LiveId" clId="{C45403F7-F2E7-4613-95B0-683165D79BB8}" dt="2025-12-27T12:25:50.192" v="782" actId="20577"/>
          <ac:spMkLst>
            <pc:docMk/>
            <pc:sldMk cId="1963648883" sldId="266"/>
            <ac:spMk id="136" creationId="{9CAB59AD-5241-28AC-A6AC-5441D744EC76}"/>
          </ac:spMkLst>
        </pc:spChg>
      </pc:sldChg>
      <pc:sldChg chg="addSp modSp add mod">
        <pc:chgData name="TEJA JANAGAM" userId="c7552f9cfd80f157" providerId="LiveId" clId="{C45403F7-F2E7-4613-95B0-683165D79BB8}" dt="2025-12-27T13:56:00.536" v="925" actId="113"/>
        <pc:sldMkLst>
          <pc:docMk/>
          <pc:sldMk cId="1308502553" sldId="267"/>
        </pc:sldMkLst>
        <pc:spChg chg="add mod">
          <ac:chgData name="TEJA JANAGAM" userId="c7552f9cfd80f157" providerId="LiveId" clId="{C45403F7-F2E7-4613-95B0-683165D79BB8}" dt="2025-12-27T13:56:00.536" v="925" actId="113"/>
          <ac:spMkLst>
            <pc:docMk/>
            <pc:sldMk cId="1308502553" sldId="267"/>
            <ac:spMk id="4" creationId="{46CC1C05-CEE0-BB57-1F56-2E0D1CA347A8}"/>
          </ac:spMkLst>
        </pc:spChg>
        <pc:spChg chg="mod">
          <ac:chgData name="TEJA JANAGAM" userId="c7552f9cfd80f157" providerId="LiveId" clId="{C45403F7-F2E7-4613-95B0-683165D79BB8}" dt="2025-12-27T13:50:49.159" v="872" actId="1076"/>
          <ac:spMkLst>
            <pc:docMk/>
            <pc:sldMk cId="1308502553" sldId="267"/>
            <ac:spMk id="106" creationId="{379A4D82-9173-DE9D-A4EE-40C37694E756}"/>
          </ac:spMkLst>
        </pc:spChg>
        <pc:graphicFrameChg chg="add mod modGraphic">
          <ac:chgData name="TEJA JANAGAM" userId="c7552f9cfd80f157" providerId="LiveId" clId="{C45403F7-F2E7-4613-95B0-683165D79BB8}" dt="2025-12-27T13:55:22.238" v="911" actId="1076"/>
          <ac:graphicFrameMkLst>
            <pc:docMk/>
            <pc:sldMk cId="1308502553" sldId="267"/>
            <ac:graphicFrameMk id="3" creationId="{0D922AF8-E4CB-16A5-C176-37A82ADAAC1E}"/>
          </ac:graphicFrameMkLst>
        </pc:graphicFrameChg>
      </pc:sldChg>
      <pc:sldChg chg="addSp modSp add mod">
        <pc:chgData name="TEJA JANAGAM" userId="c7552f9cfd80f157" providerId="LiveId" clId="{C45403F7-F2E7-4613-95B0-683165D79BB8}" dt="2025-12-27T13:56:25.739" v="931" actId="1076"/>
        <pc:sldMkLst>
          <pc:docMk/>
          <pc:sldMk cId="1037063386" sldId="268"/>
        </pc:sldMkLst>
        <pc:spChg chg="add mod">
          <ac:chgData name="TEJA JANAGAM" userId="c7552f9cfd80f157" providerId="LiveId" clId="{C45403F7-F2E7-4613-95B0-683165D79BB8}" dt="2025-12-27T13:56:25.739" v="931" actId="1076"/>
          <ac:spMkLst>
            <pc:docMk/>
            <pc:sldMk cId="1037063386" sldId="268"/>
            <ac:spMk id="5" creationId="{35D47101-8AA0-9881-B43B-8CD21E82FF68}"/>
          </ac:spMkLst>
        </pc:spChg>
        <pc:spChg chg="mod">
          <ac:chgData name="TEJA JANAGAM" userId="c7552f9cfd80f157" providerId="LiveId" clId="{C45403F7-F2E7-4613-95B0-683165D79BB8}" dt="2025-12-27T13:50:41.065" v="871" actId="1076"/>
          <ac:spMkLst>
            <pc:docMk/>
            <pc:sldMk cId="1037063386" sldId="268"/>
            <ac:spMk id="106" creationId="{AF261B03-DA49-17C2-2160-6E023A67AA16}"/>
          </ac:spMkLst>
        </pc:spChg>
        <pc:graphicFrameChg chg="add mod modGraphic">
          <ac:chgData name="TEJA JANAGAM" userId="c7552f9cfd80f157" providerId="LiveId" clId="{C45403F7-F2E7-4613-95B0-683165D79BB8}" dt="2025-12-27T13:56:19.269" v="928" actId="1076"/>
          <ac:graphicFrameMkLst>
            <pc:docMk/>
            <pc:sldMk cId="1037063386" sldId="268"/>
            <ac:graphicFrameMk id="3" creationId="{6D37711D-EDCB-C3FA-617E-39AB5059ED25}"/>
          </ac:graphicFrameMkLst>
        </pc:graphicFrameChg>
      </pc:sldChg>
      <pc:sldChg chg="addSp modSp add mod">
        <pc:chgData name="TEJA JANAGAM" userId="c7552f9cfd80f157" providerId="LiveId" clId="{C45403F7-F2E7-4613-95B0-683165D79BB8}" dt="2025-12-27T13:56:50.526" v="938" actId="20577"/>
        <pc:sldMkLst>
          <pc:docMk/>
          <pc:sldMk cId="4220677167" sldId="269"/>
        </pc:sldMkLst>
        <pc:spChg chg="add mod">
          <ac:chgData name="TEJA JANAGAM" userId="c7552f9cfd80f157" providerId="LiveId" clId="{C45403F7-F2E7-4613-95B0-683165D79BB8}" dt="2025-12-27T13:56:50.526" v="938" actId="20577"/>
          <ac:spMkLst>
            <pc:docMk/>
            <pc:sldMk cId="4220677167" sldId="269"/>
            <ac:spMk id="5" creationId="{4042BA0B-9A1B-0D82-1E71-F4E85007F90D}"/>
          </ac:spMkLst>
        </pc:spChg>
        <pc:spChg chg="mod">
          <ac:chgData name="TEJA JANAGAM" userId="c7552f9cfd80f157" providerId="LiveId" clId="{C45403F7-F2E7-4613-95B0-683165D79BB8}" dt="2025-12-27T13:50:33.165" v="870" actId="1076"/>
          <ac:spMkLst>
            <pc:docMk/>
            <pc:sldMk cId="4220677167" sldId="269"/>
            <ac:spMk id="106" creationId="{921D203A-1ECB-92D1-EC80-4AC07F3B2322}"/>
          </ac:spMkLst>
        </pc:spChg>
        <pc:graphicFrameChg chg="add mod modGraphic">
          <ac:chgData name="TEJA JANAGAM" userId="c7552f9cfd80f157" providerId="LiveId" clId="{C45403F7-F2E7-4613-95B0-683165D79BB8}" dt="2025-12-27T13:56:31.569" v="932" actId="1076"/>
          <ac:graphicFrameMkLst>
            <pc:docMk/>
            <pc:sldMk cId="4220677167" sldId="269"/>
            <ac:graphicFrameMk id="3" creationId="{CD7F6117-7E0A-BEFF-B1BA-95DC5F2D3780}"/>
          </ac:graphicFrameMkLst>
        </pc:graphicFrameChg>
      </pc:sldChg>
      <pc:sldChg chg="addSp delSp modSp add mod">
        <pc:chgData name="TEJA JANAGAM" userId="c7552f9cfd80f157" providerId="LiveId" clId="{C45403F7-F2E7-4613-95B0-683165D79BB8}" dt="2025-12-31T05:32:05.419" v="1273" actId="1076"/>
        <pc:sldMkLst>
          <pc:docMk/>
          <pc:sldMk cId="4294381595" sldId="271"/>
        </pc:sldMkLst>
        <pc:spChg chg="add mod">
          <ac:chgData name="TEJA JANAGAM" userId="c7552f9cfd80f157" providerId="LiveId" clId="{C45403F7-F2E7-4613-95B0-683165D79BB8}" dt="2025-12-31T05:31:51.843" v="1270" actId="1076"/>
          <ac:spMkLst>
            <pc:docMk/>
            <pc:sldMk cId="4294381595" sldId="271"/>
            <ac:spMk id="6" creationId="{9371FD04-D906-7779-D1B1-9B1DAD0C48A7}"/>
          </ac:spMkLst>
        </pc:spChg>
        <pc:spChg chg="add mod">
          <ac:chgData name="TEJA JANAGAM" userId="c7552f9cfd80f157" providerId="LiveId" clId="{C45403F7-F2E7-4613-95B0-683165D79BB8}" dt="2025-12-31T05:27:46.097" v="1259" actId="1076"/>
          <ac:spMkLst>
            <pc:docMk/>
            <pc:sldMk cId="4294381595" sldId="271"/>
            <ac:spMk id="8" creationId="{60120917-32A8-2567-6FA4-389B2ED00147}"/>
          </ac:spMkLst>
        </pc:spChg>
        <pc:spChg chg="mod">
          <ac:chgData name="TEJA JANAGAM" userId="c7552f9cfd80f157" providerId="LiveId" clId="{C45403F7-F2E7-4613-95B0-683165D79BB8}" dt="2025-12-27T13:50:25.753" v="869"/>
          <ac:spMkLst>
            <pc:docMk/>
            <pc:sldMk cId="4294381595" sldId="271"/>
            <ac:spMk id="136" creationId="{200F7F4B-99B9-82EE-59AB-EFD1667CB65C}"/>
          </ac:spMkLst>
        </pc:spChg>
        <pc:graphicFrameChg chg="mod modGraphic">
          <ac:chgData name="TEJA JANAGAM" userId="c7552f9cfd80f157" providerId="LiveId" clId="{C45403F7-F2E7-4613-95B0-683165D79BB8}" dt="2025-12-31T05:32:01.313" v="1272" actId="1076"/>
          <ac:graphicFrameMkLst>
            <pc:docMk/>
            <pc:sldMk cId="4294381595" sldId="271"/>
            <ac:graphicFrameMk id="2" creationId="{37FD8495-02B7-3246-0DE0-23027C100101}"/>
          </ac:graphicFrameMkLst>
        </pc:graphicFrameChg>
        <pc:graphicFrameChg chg="mod modGraphic">
          <ac:chgData name="TEJA JANAGAM" userId="c7552f9cfd80f157" providerId="LiveId" clId="{C45403F7-F2E7-4613-95B0-683165D79BB8}" dt="2025-12-31T05:32:05.419" v="1273" actId="1076"/>
          <ac:graphicFrameMkLst>
            <pc:docMk/>
            <pc:sldMk cId="4294381595" sldId="271"/>
            <ac:graphicFrameMk id="3" creationId="{ABAAEAA9-E9AB-F5ED-570A-142173AE2CD2}"/>
          </ac:graphicFrameMkLst>
        </pc:graphicFrameChg>
      </pc:sldChg>
      <pc:sldChg chg="addSp delSp modSp add mod">
        <pc:chgData name="TEJA JANAGAM" userId="c7552f9cfd80f157" providerId="LiveId" clId="{C45403F7-F2E7-4613-95B0-683165D79BB8}" dt="2025-12-27T14:10:08.103" v="1014" actId="14100"/>
        <pc:sldMkLst>
          <pc:docMk/>
          <pc:sldMk cId="2906380171" sldId="272"/>
        </pc:sldMkLst>
        <pc:picChg chg="add mod">
          <ac:chgData name="TEJA JANAGAM" userId="c7552f9cfd80f157" providerId="LiveId" clId="{C45403F7-F2E7-4613-95B0-683165D79BB8}" dt="2025-12-27T14:10:08.103" v="1014" actId="14100"/>
          <ac:picMkLst>
            <pc:docMk/>
            <pc:sldMk cId="2906380171" sldId="272"/>
            <ac:picMk id="3" creationId="{A0DD091A-B0F7-0733-0119-87EE67D3C34A}"/>
          </ac:picMkLst>
        </pc:picChg>
      </pc:sldChg>
      <pc:sldChg chg="addSp delSp modSp add mod">
        <pc:chgData name="TEJA JANAGAM" userId="c7552f9cfd80f157" providerId="LiveId" clId="{C45403F7-F2E7-4613-95B0-683165D79BB8}" dt="2025-12-27T14:10:48.056" v="1018" actId="1076"/>
        <pc:sldMkLst>
          <pc:docMk/>
          <pc:sldMk cId="3617162889" sldId="273"/>
        </pc:sldMkLst>
        <pc:picChg chg="add mod">
          <ac:chgData name="TEJA JANAGAM" userId="c7552f9cfd80f157" providerId="LiveId" clId="{C45403F7-F2E7-4613-95B0-683165D79BB8}" dt="2025-12-27T14:10:48.056" v="1018" actId="1076"/>
          <ac:picMkLst>
            <pc:docMk/>
            <pc:sldMk cId="3617162889" sldId="273"/>
            <ac:picMk id="3" creationId="{AC29D059-1B06-6F6B-2B2A-5B76642F3CA9}"/>
          </ac:picMkLst>
        </pc:picChg>
      </pc:sldChg>
      <pc:sldChg chg="addSp delSp modSp add mod">
        <pc:chgData name="TEJA JANAGAM" userId="c7552f9cfd80f157" providerId="LiveId" clId="{C45403F7-F2E7-4613-95B0-683165D79BB8}" dt="2025-12-27T14:11:18.601" v="1022" actId="14100"/>
        <pc:sldMkLst>
          <pc:docMk/>
          <pc:sldMk cId="1418562855" sldId="274"/>
        </pc:sldMkLst>
        <pc:picChg chg="add mod">
          <ac:chgData name="TEJA JANAGAM" userId="c7552f9cfd80f157" providerId="LiveId" clId="{C45403F7-F2E7-4613-95B0-683165D79BB8}" dt="2025-12-27T14:11:18.601" v="1022" actId="14100"/>
          <ac:picMkLst>
            <pc:docMk/>
            <pc:sldMk cId="1418562855" sldId="274"/>
            <ac:picMk id="3" creationId="{15A4DCFC-2F5E-7E43-2FDA-95F6F52867B3}"/>
          </ac:picMkLst>
        </pc:picChg>
      </pc:sldChg>
      <pc:sldChg chg="addSp delSp modSp add mod">
        <pc:chgData name="TEJA JANAGAM" userId="c7552f9cfd80f157" providerId="LiveId" clId="{C45403F7-F2E7-4613-95B0-683165D79BB8}" dt="2025-12-27T14:11:51.406" v="1028" actId="1076"/>
        <pc:sldMkLst>
          <pc:docMk/>
          <pc:sldMk cId="3240756316" sldId="275"/>
        </pc:sldMkLst>
        <pc:picChg chg="add mod">
          <ac:chgData name="TEJA JANAGAM" userId="c7552f9cfd80f157" providerId="LiveId" clId="{C45403F7-F2E7-4613-95B0-683165D79BB8}" dt="2025-12-27T14:11:51.406" v="1028" actId="1076"/>
          <ac:picMkLst>
            <pc:docMk/>
            <pc:sldMk cId="3240756316" sldId="275"/>
            <ac:picMk id="3" creationId="{8E4C12E5-4162-61BE-2584-DC63A9277A79}"/>
          </ac:picMkLst>
        </pc:picChg>
      </pc:sldChg>
      <pc:sldChg chg="delSp add mod ord">
        <pc:chgData name="TEJA JANAGAM" userId="c7552f9cfd80f157" providerId="LiveId" clId="{C45403F7-F2E7-4613-95B0-683165D79BB8}" dt="2025-12-27T14:08:42.877" v="991"/>
        <pc:sldMkLst>
          <pc:docMk/>
          <pc:sldMk cId="2726950757" sldId="276"/>
        </pc:sldMkLst>
      </pc:sldChg>
      <pc:sldChg chg="addSp delSp modSp add mod modClrScheme chgLayout">
        <pc:chgData name="TEJA JANAGAM" userId="c7552f9cfd80f157" providerId="LiveId" clId="{C45403F7-F2E7-4613-95B0-683165D79BB8}" dt="2025-12-31T05:31:11.777" v="1267"/>
        <pc:sldMkLst>
          <pc:docMk/>
          <pc:sldMk cId="4012914019" sldId="277"/>
        </pc:sldMkLst>
        <pc:spChg chg="add del mod ord">
          <ac:chgData name="TEJA JANAGAM" userId="c7552f9cfd80f157" providerId="LiveId" clId="{C45403F7-F2E7-4613-95B0-683165D79BB8}" dt="2025-12-31T05:10:59.319" v="1157" actId="700"/>
          <ac:spMkLst>
            <pc:docMk/>
            <pc:sldMk cId="4012914019" sldId="277"/>
            <ac:spMk id="3" creationId="{DFA72895-33BA-CF44-2790-C0ECBAA1D36A}"/>
          </ac:spMkLst>
        </pc:spChg>
        <pc:spChg chg="add del mod ord">
          <ac:chgData name="TEJA JANAGAM" userId="c7552f9cfd80f157" providerId="LiveId" clId="{C45403F7-F2E7-4613-95B0-683165D79BB8}" dt="2025-12-31T05:10:59.319" v="1157" actId="700"/>
          <ac:spMkLst>
            <pc:docMk/>
            <pc:sldMk cId="4012914019" sldId="277"/>
            <ac:spMk id="4" creationId="{E1716856-1A40-8EBE-991F-2317C94883B8}"/>
          </ac:spMkLst>
        </pc:spChg>
        <pc:spChg chg="add del mod ord">
          <ac:chgData name="TEJA JANAGAM" userId="c7552f9cfd80f157" providerId="LiveId" clId="{C45403F7-F2E7-4613-95B0-683165D79BB8}" dt="2025-12-31T05:11:44.320" v="1169" actId="700"/>
          <ac:spMkLst>
            <pc:docMk/>
            <pc:sldMk cId="4012914019" sldId="277"/>
            <ac:spMk id="5" creationId="{94C49AD1-DAD2-E230-5C03-08B834F7976A}"/>
          </ac:spMkLst>
        </pc:spChg>
        <pc:spChg chg="add del mod ord">
          <ac:chgData name="TEJA JANAGAM" userId="c7552f9cfd80f157" providerId="LiveId" clId="{C45403F7-F2E7-4613-95B0-683165D79BB8}" dt="2025-12-31T05:11:44.320" v="1169" actId="700"/>
          <ac:spMkLst>
            <pc:docMk/>
            <pc:sldMk cId="4012914019" sldId="277"/>
            <ac:spMk id="6" creationId="{6915106D-AFF5-80CA-25B3-F5E05567A134}"/>
          </ac:spMkLst>
        </pc:spChg>
        <pc:spChg chg="add mod">
          <ac:chgData name="TEJA JANAGAM" userId="c7552f9cfd80f157" providerId="LiveId" clId="{C45403F7-F2E7-4613-95B0-683165D79BB8}" dt="2025-12-31T05:16:36.108" v="1194" actId="14100"/>
          <ac:spMkLst>
            <pc:docMk/>
            <pc:sldMk cId="4012914019" sldId="277"/>
            <ac:spMk id="10" creationId="{8D75AB6A-351C-8DD5-70E8-23BA4BD03BA2}"/>
          </ac:spMkLst>
        </pc:spChg>
        <pc:spChg chg="add mod">
          <ac:chgData name="TEJA JANAGAM" userId="c7552f9cfd80f157" providerId="LiveId" clId="{C45403F7-F2E7-4613-95B0-683165D79BB8}" dt="2025-12-31T05:22:12.300" v="1231" actId="1076"/>
          <ac:spMkLst>
            <pc:docMk/>
            <pc:sldMk cId="4012914019" sldId="277"/>
            <ac:spMk id="12" creationId="{E77AAA13-7C57-B6EF-CA62-F5A7B752615D}"/>
          </ac:spMkLst>
        </pc:spChg>
        <pc:spChg chg="add del mod">
          <ac:chgData name="TEJA JANAGAM" userId="c7552f9cfd80f157" providerId="LiveId" clId="{C45403F7-F2E7-4613-95B0-683165D79BB8}" dt="2025-12-31T05:15:21.291" v="1186"/>
          <ac:spMkLst>
            <pc:docMk/>
            <pc:sldMk cId="4012914019" sldId="277"/>
            <ac:spMk id="16" creationId="{3DC80F91-B74F-BE84-E125-AC01C926A55B}"/>
          </ac:spMkLst>
        </pc:spChg>
        <pc:spChg chg="add del mod">
          <ac:chgData name="TEJA JANAGAM" userId="c7552f9cfd80f157" providerId="LiveId" clId="{C45403F7-F2E7-4613-95B0-683165D79BB8}" dt="2025-12-31T05:11:51.842" v="1179" actId="47"/>
          <ac:spMkLst>
            <pc:docMk/>
            <pc:sldMk cId="4012914019" sldId="277"/>
            <ac:spMk id="17" creationId="{0051100E-2114-FA93-0FAD-C776127606AC}"/>
          </ac:spMkLst>
        </pc:spChg>
        <pc:spChg chg="mod ord">
          <ac:chgData name="TEJA JANAGAM" userId="c7552f9cfd80f157" providerId="LiveId" clId="{C45403F7-F2E7-4613-95B0-683165D79BB8}" dt="2025-12-31T05:11:44.320" v="1169" actId="700"/>
          <ac:spMkLst>
            <pc:docMk/>
            <pc:sldMk cId="4012914019" sldId="277"/>
            <ac:spMk id="112" creationId="{5F8750C3-C5E0-005F-0B3C-1C019522F6E0}"/>
          </ac:spMkLst>
        </pc:spChg>
        <pc:spChg chg="mod ord">
          <ac:chgData name="TEJA JANAGAM" userId="c7552f9cfd80f157" providerId="LiveId" clId="{C45403F7-F2E7-4613-95B0-683165D79BB8}" dt="2025-12-31T05:31:11.777" v="1267"/>
          <ac:spMkLst>
            <pc:docMk/>
            <pc:sldMk cId="4012914019" sldId="277"/>
            <ac:spMk id="113" creationId="{2D8A091E-58A2-C118-4EA2-7CEEC2B61994}"/>
          </ac:spMkLst>
        </pc:spChg>
        <pc:spChg chg="mod">
          <ac:chgData name="TEJA JANAGAM" userId="c7552f9cfd80f157" providerId="LiveId" clId="{C45403F7-F2E7-4613-95B0-683165D79BB8}" dt="2025-12-31T05:24:38.525" v="1245" actId="14100"/>
          <ac:spMkLst>
            <pc:docMk/>
            <pc:sldMk cId="4012914019" sldId="277"/>
            <ac:spMk id="115" creationId="{EBE7196D-09E4-3E24-731F-4362774AC617}"/>
          </ac:spMkLst>
        </pc:spChg>
        <pc:spChg chg="add del">
          <ac:chgData name="TEJA JANAGAM" userId="c7552f9cfd80f157" providerId="LiveId" clId="{C45403F7-F2E7-4613-95B0-683165D79BB8}" dt="2025-12-31T05:11:52.983" v="1181" actId="478"/>
          <ac:spMkLst>
            <pc:docMk/>
            <pc:sldMk cId="4012914019" sldId="277"/>
            <ac:spMk id="119" creationId="{0A5E4B8D-8F9D-D0EC-06AF-5FEA7BA31C7E}"/>
          </ac:spMkLst>
        </pc:spChg>
        <pc:spChg chg="add del">
          <ac:chgData name="TEJA JANAGAM" userId="c7552f9cfd80f157" providerId="LiveId" clId="{C45403F7-F2E7-4613-95B0-683165D79BB8}" dt="2025-12-31T05:11:51.142" v="1178" actId="478"/>
          <ac:spMkLst>
            <pc:docMk/>
            <pc:sldMk cId="4012914019" sldId="277"/>
            <ac:spMk id="120" creationId="{CD6943D8-0822-3162-9C2E-D4BA99C114EA}"/>
          </ac:spMkLst>
        </pc:spChg>
        <pc:spChg chg="add del">
          <ac:chgData name="TEJA JANAGAM" userId="c7552f9cfd80f157" providerId="LiveId" clId="{C45403F7-F2E7-4613-95B0-683165D79BB8}" dt="2025-12-31T05:11:48.683" v="1174" actId="478"/>
          <ac:spMkLst>
            <pc:docMk/>
            <pc:sldMk cId="4012914019" sldId="277"/>
            <ac:spMk id="121" creationId="{AB1BCD8E-DD40-8DB4-7D8E-6139B95094B3}"/>
          </ac:spMkLst>
        </pc:spChg>
        <pc:spChg chg="add del mod">
          <ac:chgData name="TEJA JANAGAM" userId="c7552f9cfd80f157" providerId="LiveId" clId="{C45403F7-F2E7-4613-95B0-683165D79BB8}" dt="2025-12-31T05:11:50.732" v="1177" actId="6549"/>
          <ac:spMkLst>
            <pc:docMk/>
            <pc:sldMk cId="4012914019" sldId="277"/>
            <ac:spMk id="122" creationId="{BED60DBF-1EF4-260C-47DB-9C88389740EE}"/>
          </ac:spMkLst>
        </pc:spChg>
        <pc:graphicFrameChg chg="add mod modGraphic">
          <ac:chgData name="TEJA JANAGAM" userId="c7552f9cfd80f157" providerId="LiveId" clId="{C45403F7-F2E7-4613-95B0-683165D79BB8}" dt="2025-12-31T05:11:01.253" v="1161" actId="1076"/>
          <ac:graphicFrameMkLst>
            <pc:docMk/>
            <pc:sldMk cId="4012914019" sldId="277"/>
            <ac:graphicFrameMk id="2" creationId="{9D621D75-1F1C-9523-2F0E-387E57B98DB2}"/>
          </ac:graphicFrameMkLst>
        </pc:graphicFrameChg>
        <pc:graphicFrameChg chg="add mod ord modGraphic">
          <ac:chgData name="TEJA JANAGAM" userId="c7552f9cfd80f157" providerId="LiveId" clId="{C45403F7-F2E7-4613-95B0-683165D79BB8}" dt="2025-12-31T05:11:44.010" v="1168"/>
          <ac:graphicFrameMkLst>
            <pc:docMk/>
            <pc:sldMk cId="4012914019" sldId="277"/>
            <ac:graphicFrameMk id="7" creationId="{416DA337-7DCE-CE81-504E-845F72BB8CE8}"/>
          </ac:graphicFrameMkLst>
        </pc:graphicFrameChg>
        <pc:graphicFrameChg chg="add mod ord modGraphic">
          <ac:chgData name="TEJA JANAGAM" userId="c7552f9cfd80f157" providerId="LiveId" clId="{C45403F7-F2E7-4613-95B0-683165D79BB8}" dt="2025-12-31T05:11:43.665" v="1167"/>
          <ac:graphicFrameMkLst>
            <pc:docMk/>
            <pc:sldMk cId="4012914019" sldId="277"/>
            <ac:graphicFrameMk id="8" creationId="{19D45AB0-5040-3B7D-594B-2F35446A0CD6}"/>
          </ac:graphicFrameMkLst>
        </pc:graphicFrameChg>
      </pc:sldChg>
      <pc:sldChg chg="addSp modSp add mod">
        <pc:chgData name="TEJA JANAGAM" userId="c7552f9cfd80f157" providerId="LiveId" clId="{C45403F7-F2E7-4613-95B0-683165D79BB8}" dt="2025-12-31T05:31:11.777" v="1267"/>
        <pc:sldMkLst>
          <pc:docMk/>
          <pc:sldMk cId="6599457" sldId="278"/>
        </pc:sldMkLst>
        <pc:spChg chg="add mod">
          <ac:chgData name="TEJA JANAGAM" userId="c7552f9cfd80f157" providerId="LiveId" clId="{C45403F7-F2E7-4613-95B0-683165D79BB8}" dt="2025-12-31T05:17:01.612" v="1197" actId="1076"/>
          <ac:spMkLst>
            <pc:docMk/>
            <pc:sldMk cId="6599457" sldId="278"/>
            <ac:spMk id="3" creationId="{504896BA-92EF-F337-F2BD-EE2A24973EF7}"/>
          </ac:spMkLst>
        </pc:spChg>
        <pc:spChg chg="add mod">
          <ac:chgData name="TEJA JANAGAM" userId="c7552f9cfd80f157" providerId="LiveId" clId="{C45403F7-F2E7-4613-95B0-683165D79BB8}" dt="2025-12-31T05:24:59.243" v="1246" actId="14100"/>
          <ac:spMkLst>
            <pc:docMk/>
            <pc:sldMk cId="6599457" sldId="278"/>
            <ac:spMk id="5" creationId="{D0FA4361-21CD-29ED-E0E1-BA6E8DCA7179}"/>
          </ac:spMkLst>
        </pc:spChg>
        <pc:spChg chg="add mod">
          <ac:chgData name="TEJA JANAGAM" userId="c7552f9cfd80f157" providerId="LiveId" clId="{C45403F7-F2E7-4613-95B0-683165D79BB8}" dt="2025-12-31T05:22:32.778" v="1233" actId="1076"/>
          <ac:spMkLst>
            <pc:docMk/>
            <pc:sldMk cId="6599457" sldId="278"/>
            <ac:spMk id="7" creationId="{5D3A2649-8A47-1C77-0023-71E1D46CD31C}"/>
          </ac:spMkLst>
        </pc:spChg>
        <pc:spChg chg="mod">
          <ac:chgData name="TEJA JANAGAM" userId="c7552f9cfd80f157" providerId="LiveId" clId="{C45403F7-F2E7-4613-95B0-683165D79BB8}" dt="2025-12-31T05:31:11.777" v="1267"/>
          <ac:spMkLst>
            <pc:docMk/>
            <pc:sldMk cId="6599457" sldId="278"/>
            <ac:spMk id="113" creationId="{532CD83A-1D08-2463-35E3-874BC1D77B7E}"/>
          </ac:spMkLst>
        </pc:spChg>
      </pc:sldChg>
      <pc:sldChg chg="add del">
        <pc:chgData name="TEJA JANAGAM" userId="c7552f9cfd80f157" providerId="LiveId" clId="{C45403F7-F2E7-4613-95B0-683165D79BB8}" dt="2025-12-31T05:11:47.103" v="1173"/>
        <pc:sldMkLst>
          <pc:docMk/>
          <pc:sldMk cId="4014568693" sldId="278"/>
        </pc:sldMkLst>
      </pc:sldChg>
      <pc:sldChg chg="add del">
        <pc:chgData name="TEJA JANAGAM" userId="c7552f9cfd80f157" providerId="LiveId" clId="{C45403F7-F2E7-4613-95B0-683165D79BB8}" dt="2025-12-31T05:11:46.373" v="1172"/>
        <pc:sldMkLst>
          <pc:docMk/>
          <pc:sldMk cId="2698109405" sldId="279"/>
        </pc:sldMkLst>
      </pc:sldChg>
      <pc:sldChg chg="addSp modSp add mod">
        <pc:chgData name="TEJA JANAGAM" userId="c7552f9cfd80f157" providerId="LiveId" clId="{C45403F7-F2E7-4613-95B0-683165D79BB8}" dt="2025-12-31T05:31:11.777" v="1267"/>
        <pc:sldMkLst>
          <pc:docMk/>
          <pc:sldMk cId="4052339452" sldId="279"/>
        </pc:sldMkLst>
        <pc:spChg chg="add mod">
          <ac:chgData name="TEJA JANAGAM" userId="c7552f9cfd80f157" providerId="LiveId" clId="{C45403F7-F2E7-4613-95B0-683165D79BB8}" dt="2025-12-31T05:25:11.593" v="1247" actId="14100"/>
          <ac:spMkLst>
            <pc:docMk/>
            <pc:sldMk cId="4052339452" sldId="279"/>
            <ac:spMk id="3" creationId="{6D407BA1-2E9B-6830-1D3B-04F9C73E8339}"/>
          </ac:spMkLst>
        </pc:spChg>
        <pc:spChg chg="add mod">
          <ac:chgData name="TEJA JANAGAM" userId="c7552f9cfd80f157" providerId="LiveId" clId="{C45403F7-F2E7-4613-95B0-683165D79BB8}" dt="2025-12-31T05:20:28.860" v="1220" actId="14100"/>
          <ac:spMkLst>
            <pc:docMk/>
            <pc:sldMk cId="4052339452" sldId="279"/>
            <ac:spMk id="5" creationId="{D8A83EA1-45A1-62DB-46FB-3192EA475BDF}"/>
          </ac:spMkLst>
        </pc:spChg>
        <pc:spChg chg="add mod">
          <ac:chgData name="TEJA JANAGAM" userId="c7552f9cfd80f157" providerId="LiveId" clId="{C45403F7-F2E7-4613-95B0-683165D79BB8}" dt="2025-12-31T05:22:57.990" v="1236" actId="1076"/>
          <ac:spMkLst>
            <pc:docMk/>
            <pc:sldMk cId="4052339452" sldId="279"/>
            <ac:spMk id="7" creationId="{F3A3B493-9247-6102-FA39-6963BD54D61C}"/>
          </ac:spMkLst>
        </pc:spChg>
        <pc:spChg chg="mod">
          <ac:chgData name="TEJA JANAGAM" userId="c7552f9cfd80f157" providerId="LiveId" clId="{C45403F7-F2E7-4613-95B0-683165D79BB8}" dt="2025-12-31T05:31:11.777" v="1267"/>
          <ac:spMkLst>
            <pc:docMk/>
            <pc:sldMk cId="4052339452" sldId="279"/>
            <ac:spMk id="113" creationId="{76459AFF-3555-5188-2037-352FCF0D5944}"/>
          </ac:spMkLst>
        </pc:spChg>
      </pc:sldChg>
      <pc:sldChg chg="addSp modSp add mod">
        <pc:chgData name="TEJA JANAGAM" userId="c7552f9cfd80f157" providerId="LiveId" clId="{C45403F7-F2E7-4613-95B0-683165D79BB8}" dt="2025-12-31T05:31:11.777" v="1267"/>
        <pc:sldMkLst>
          <pc:docMk/>
          <pc:sldMk cId="2486725149" sldId="280"/>
        </pc:sldMkLst>
        <pc:spChg chg="add mod">
          <ac:chgData name="TEJA JANAGAM" userId="c7552f9cfd80f157" providerId="LiveId" clId="{C45403F7-F2E7-4613-95B0-683165D79BB8}" dt="2025-12-31T05:25:40.910" v="1248" actId="14100"/>
          <ac:spMkLst>
            <pc:docMk/>
            <pc:sldMk cId="2486725149" sldId="280"/>
            <ac:spMk id="3" creationId="{61BBC85F-3669-6781-23E3-5E36531B6D49}"/>
          </ac:spMkLst>
        </pc:spChg>
        <pc:spChg chg="add mod">
          <ac:chgData name="TEJA JANAGAM" userId="c7552f9cfd80f157" providerId="LiveId" clId="{C45403F7-F2E7-4613-95B0-683165D79BB8}" dt="2025-12-31T05:25:48.250" v="1249" actId="1076"/>
          <ac:spMkLst>
            <pc:docMk/>
            <pc:sldMk cId="2486725149" sldId="280"/>
            <ac:spMk id="5" creationId="{F47DF6AA-FBF2-BF4B-BC33-3841F6F14E15}"/>
          </ac:spMkLst>
        </pc:spChg>
        <pc:spChg chg="add mod">
          <ac:chgData name="TEJA JANAGAM" userId="c7552f9cfd80f157" providerId="LiveId" clId="{C45403F7-F2E7-4613-95B0-683165D79BB8}" dt="2025-12-31T05:23:26.289" v="1238" actId="1076"/>
          <ac:spMkLst>
            <pc:docMk/>
            <pc:sldMk cId="2486725149" sldId="280"/>
            <ac:spMk id="7" creationId="{DD4A9D79-8079-87BC-AACE-0C73DBE74484}"/>
          </ac:spMkLst>
        </pc:spChg>
        <pc:spChg chg="mod">
          <ac:chgData name="TEJA JANAGAM" userId="c7552f9cfd80f157" providerId="LiveId" clId="{C45403F7-F2E7-4613-95B0-683165D79BB8}" dt="2025-12-31T05:31:11.777" v="1267"/>
          <ac:spMkLst>
            <pc:docMk/>
            <pc:sldMk cId="2486725149" sldId="280"/>
            <ac:spMk id="113" creationId="{DCC3D2E7-6197-0F3A-02B7-D9693196E19E}"/>
          </ac:spMkLst>
        </pc:spChg>
      </pc:sldChg>
      <pc:sldChg chg="addSp modSp add mod">
        <pc:chgData name="TEJA JANAGAM" userId="c7552f9cfd80f157" providerId="LiveId" clId="{C45403F7-F2E7-4613-95B0-683165D79BB8}" dt="2025-12-31T05:31:11.777" v="1267"/>
        <pc:sldMkLst>
          <pc:docMk/>
          <pc:sldMk cId="670023367" sldId="281"/>
        </pc:sldMkLst>
        <pc:spChg chg="add mod">
          <ac:chgData name="TEJA JANAGAM" userId="c7552f9cfd80f157" providerId="LiveId" clId="{C45403F7-F2E7-4613-95B0-683165D79BB8}" dt="2025-12-31T05:26:43.323" v="1252" actId="1076"/>
          <ac:spMkLst>
            <pc:docMk/>
            <pc:sldMk cId="670023367" sldId="281"/>
            <ac:spMk id="3" creationId="{B8D9A2C4-74BA-C22E-A123-33038DB702EB}"/>
          </ac:spMkLst>
        </pc:spChg>
        <pc:spChg chg="add mod">
          <ac:chgData name="TEJA JANAGAM" userId="c7552f9cfd80f157" providerId="LiveId" clId="{C45403F7-F2E7-4613-95B0-683165D79BB8}" dt="2025-12-31T05:21:12.229" v="1226" actId="1076"/>
          <ac:spMkLst>
            <pc:docMk/>
            <pc:sldMk cId="670023367" sldId="281"/>
            <ac:spMk id="5" creationId="{7FF78EE2-C6E1-FB83-C4B0-691097EFD4E7}"/>
          </ac:spMkLst>
        </pc:spChg>
        <pc:spChg chg="add mod">
          <ac:chgData name="TEJA JANAGAM" userId="c7552f9cfd80f157" providerId="LiveId" clId="{C45403F7-F2E7-4613-95B0-683165D79BB8}" dt="2025-12-31T05:23:44.751" v="1240" actId="1076"/>
          <ac:spMkLst>
            <pc:docMk/>
            <pc:sldMk cId="670023367" sldId="281"/>
            <ac:spMk id="7" creationId="{91317E91-4C64-0883-1A61-A75DC546B72D}"/>
          </ac:spMkLst>
        </pc:spChg>
        <pc:spChg chg="mod">
          <ac:chgData name="TEJA JANAGAM" userId="c7552f9cfd80f157" providerId="LiveId" clId="{C45403F7-F2E7-4613-95B0-683165D79BB8}" dt="2025-12-31T05:31:11.777" v="1267"/>
          <ac:spMkLst>
            <pc:docMk/>
            <pc:sldMk cId="670023367" sldId="281"/>
            <ac:spMk id="113" creationId="{2A5F4DAD-70CA-E422-9593-8C7B3BD892D9}"/>
          </ac:spMkLst>
        </pc:spChg>
      </pc:sldChg>
      <pc:sldChg chg="addSp modSp add mod">
        <pc:chgData name="TEJA JANAGAM" userId="c7552f9cfd80f157" providerId="LiveId" clId="{C45403F7-F2E7-4613-95B0-683165D79BB8}" dt="2025-12-31T05:31:11.777" v="1267"/>
        <pc:sldMkLst>
          <pc:docMk/>
          <pc:sldMk cId="1977768670" sldId="282"/>
        </pc:sldMkLst>
        <pc:spChg chg="add mod">
          <ac:chgData name="TEJA JANAGAM" userId="c7552f9cfd80f157" providerId="LiveId" clId="{C45403F7-F2E7-4613-95B0-683165D79BB8}" dt="2025-12-31T05:26:58.405" v="1253" actId="14100"/>
          <ac:spMkLst>
            <pc:docMk/>
            <pc:sldMk cId="1977768670" sldId="282"/>
            <ac:spMk id="3" creationId="{FB5D1F37-8C0C-7EDA-209D-9BE27C8F66A9}"/>
          </ac:spMkLst>
        </pc:spChg>
        <pc:spChg chg="add mod">
          <ac:chgData name="TEJA JANAGAM" userId="c7552f9cfd80f157" providerId="LiveId" clId="{C45403F7-F2E7-4613-95B0-683165D79BB8}" dt="2025-12-31T05:27:04.755" v="1254" actId="1076"/>
          <ac:spMkLst>
            <pc:docMk/>
            <pc:sldMk cId="1977768670" sldId="282"/>
            <ac:spMk id="5" creationId="{4D5AC23E-DAF8-5921-FC61-738E52B33852}"/>
          </ac:spMkLst>
        </pc:spChg>
        <pc:spChg chg="add mod">
          <ac:chgData name="TEJA JANAGAM" userId="c7552f9cfd80f157" providerId="LiveId" clId="{C45403F7-F2E7-4613-95B0-683165D79BB8}" dt="2025-12-31T05:24:11.470" v="1243" actId="20577"/>
          <ac:spMkLst>
            <pc:docMk/>
            <pc:sldMk cId="1977768670" sldId="282"/>
            <ac:spMk id="7" creationId="{24934D15-E48F-37E0-D4EF-C01D29CC76D7}"/>
          </ac:spMkLst>
        </pc:spChg>
        <pc:spChg chg="mod">
          <ac:chgData name="TEJA JANAGAM" userId="c7552f9cfd80f157" providerId="LiveId" clId="{C45403F7-F2E7-4613-95B0-683165D79BB8}" dt="2025-12-31T05:31:11.777" v="1267"/>
          <ac:spMkLst>
            <pc:docMk/>
            <pc:sldMk cId="1977768670" sldId="282"/>
            <ac:spMk id="113" creationId="{1301EB5E-6383-EC77-39A1-2FDA2F3AF4C5}"/>
          </ac:spMkLst>
        </pc:spChg>
      </pc:sldChg>
      <pc:sldMasterChg chg="modSldLayout">
        <pc:chgData name="TEJA JANAGAM" userId="c7552f9cfd80f157" providerId="LiveId" clId="{C45403F7-F2E7-4613-95B0-683165D79BB8}" dt="2025-12-31T04:53:54.965" v="1110"/>
        <pc:sldMasterMkLst>
          <pc:docMk/>
          <pc:sldMasterMk cId="666462914" sldId="2147483658"/>
        </pc:sldMasterMkLst>
        <pc:sldLayoutChg chg="addSp delSp">
          <pc:chgData name="TEJA JANAGAM" userId="c7552f9cfd80f157" providerId="LiveId" clId="{C45403F7-F2E7-4613-95B0-683165D79BB8}" dt="2025-12-31T04:53:54.965" v="1110"/>
          <pc:sldLayoutMkLst>
            <pc:docMk/>
            <pc:sldMasterMk cId="666462914" sldId="2147483658"/>
            <pc:sldLayoutMk cId="4017136519" sldId="2147483670"/>
          </pc:sldLayoutMkLst>
          <pc:spChg chg="add del">
            <ac:chgData name="TEJA JANAGAM" userId="c7552f9cfd80f157" providerId="LiveId" clId="{C45403F7-F2E7-4613-95B0-683165D79BB8}" dt="2025-12-31T04:53:54.965" v="1110"/>
            <ac:spMkLst>
              <pc:docMk/>
              <pc:sldMasterMk cId="666462914" sldId="2147483658"/>
              <pc:sldLayoutMk cId="4017136519" sldId="2147483670"/>
              <ac:spMk id="22" creationId="{00000000-0000-0000-0000-000000000000}"/>
            </ac:spMkLst>
          </pc:spChg>
          <pc:cxnChg chg="add del">
            <ac:chgData name="TEJA JANAGAM" userId="c7552f9cfd80f157" providerId="LiveId" clId="{C45403F7-F2E7-4613-95B0-683165D79BB8}" dt="2025-12-31T04:53:54.965" v="1110"/>
            <ac:cxnSpMkLst>
              <pc:docMk/>
              <pc:sldMasterMk cId="666462914" sldId="2147483658"/>
              <pc:sldLayoutMk cId="4017136519" sldId="2147483670"/>
              <ac:cxnSpMk id="25" creationId="{00000000-0000-0000-0000-000000000000}"/>
            </ac:cxnSpMkLst>
          </pc:cxnChg>
        </pc:sldLayoutChg>
        <pc:sldLayoutChg chg="addSp delSp">
          <pc:chgData name="TEJA JANAGAM" userId="c7552f9cfd80f157" providerId="LiveId" clId="{C45403F7-F2E7-4613-95B0-683165D79BB8}" dt="2025-12-31T04:53:54.965" v="1110"/>
          <pc:sldLayoutMkLst>
            <pc:docMk/>
            <pc:sldMasterMk cId="666462914" sldId="2147483658"/>
            <pc:sldLayoutMk cId="1587880985" sldId="2147483671"/>
          </pc:sldLayoutMkLst>
          <pc:spChg chg="add del">
            <ac:chgData name="TEJA JANAGAM" userId="c7552f9cfd80f157" providerId="LiveId" clId="{C45403F7-F2E7-4613-95B0-683165D79BB8}" dt="2025-12-31T04:53:54.965" v="1110"/>
            <ac:spMkLst>
              <pc:docMk/>
              <pc:sldMasterMk cId="666462914" sldId="2147483658"/>
              <pc:sldLayoutMk cId="1587880985" sldId="2147483671"/>
              <ac:spMk id="27" creationId="{00000000-0000-0000-0000-000000000000}"/>
            </ac:spMkLst>
          </pc:spChg>
          <pc:cxnChg chg="add del">
            <ac:chgData name="TEJA JANAGAM" userId="c7552f9cfd80f157" providerId="LiveId" clId="{C45403F7-F2E7-4613-95B0-683165D79BB8}" dt="2025-12-31T04:53:54.965" v="1110"/>
            <ac:cxnSpMkLst>
              <pc:docMk/>
              <pc:sldMasterMk cId="666462914" sldId="2147483658"/>
              <pc:sldLayoutMk cId="1587880985" sldId="2147483671"/>
              <ac:cxnSpMk id="30" creationId="{00000000-0000-0000-0000-000000000000}"/>
            </ac:cxnSpMkLst>
          </pc:cxnChg>
        </pc:sldLayoutChg>
      </pc:sldMasterChg>
      <pc:sldMasterChg chg="modSldLayout">
        <pc:chgData name="TEJA JANAGAM" userId="c7552f9cfd80f157" providerId="LiveId" clId="{C45403F7-F2E7-4613-95B0-683165D79BB8}" dt="2025-12-31T04:57:09.445" v="1130"/>
        <pc:sldMasterMkLst>
          <pc:docMk/>
          <pc:sldMasterMk cId="2288396013" sldId="2147483658"/>
        </pc:sldMasterMkLst>
        <pc:sldLayoutChg chg="addSp delSp">
          <pc:chgData name="TEJA JANAGAM" userId="c7552f9cfd80f157" providerId="LiveId" clId="{C45403F7-F2E7-4613-95B0-683165D79BB8}" dt="2025-12-31T04:57:09.445" v="1130"/>
          <pc:sldLayoutMkLst>
            <pc:docMk/>
            <pc:sldMasterMk cId="2288396013" sldId="2147483658"/>
            <pc:sldLayoutMk cId="291353970" sldId="2147483675"/>
          </pc:sldLayoutMkLst>
          <pc:spChg chg="add del">
            <ac:chgData name="TEJA JANAGAM" userId="c7552f9cfd80f157" providerId="LiveId" clId="{C45403F7-F2E7-4613-95B0-683165D79BB8}" dt="2025-12-31T04:57:09.445" v="1130"/>
            <ac:spMkLst>
              <pc:docMk/>
              <pc:sldMasterMk cId="2288396013" sldId="2147483658"/>
              <pc:sldLayoutMk cId="291353970" sldId="2147483675"/>
              <ac:spMk id="22" creationId="{00000000-0000-0000-0000-000000000000}"/>
            </ac:spMkLst>
          </pc:spChg>
          <pc:cxnChg chg="add del">
            <ac:chgData name="TEJA JANAGAM" userId="c7552f9cfd80f157" providerId="LiveId" clId="{C45403F7-F2E7-4613-95B0-683165D79BB8}" dt="2025-12-31T04:57:09.445" v="1130"/>
            <ac:cxnSpMkLst>
              <pc:docMk/>
              <pc:sldMasterMk cId="2288396013" sldId="2147483658"/>
              <pc:sldLayoutMk cId="291353970" sldId="2147483675"/>
              <ac:cxnSpMk id="25" creationId="{00000000-0000-0000-0000-000000000000}"/>
            </ac:cxnSpMkLst>
          </pc:cxnChg>
        </pc:sldLayoutChg>
        <pc:sldLayoutChg chg="addSp delSp">
          <pc:chgData name="TEJA JANAGAM" userId="c7552f9cfd80f157" providerId="LiveId" clId="{C45403F7-F2E7-4613-95B0-683165D79BB8}" dt="2025-12-31T04:57:09.445" v="1130"/>
          <pc:sldLayoutMkLst>
            <pc:docMk/>
            <pc:sldMasterMk cId="2288396013" sldId="2147483658"/>
            <pc:sldLayoutMk cId="4166354395" sldId="2147483676"/>
          </pc:sldLayoutMkLst>
          <pc:spChg chg="add del">
            <ac:chgData name="TEJA JANAGAM" userId="c7552f9cfd80f157" providerId="LiveId" clId="{C45403F7-F2E7-4613-95B0-683165D79BB8}" dt="2025-12-31T04:57:09.445" v="1130"/>
            <ac:spMkLst>
              <pc:docMk/>
              <pc:sldMasterMk cId="2288396013" sldId="2147483658"/>
              <pc:sldLayoutMk cId="4166354395" sldId="2147483676"/>
              <ac:spMk id="27" creationId="{00000000-0000-0000-0000-000000000000}"/>
            </ac:spMkLst>
          </pc:spChg>
          <pc:cxnChg chg="add del">
            <ac:chgData name="TEJA JANAGAM" userId="c7552f9cfd80f157" providerId="LiveId" clId="{C45403F7-F2E7-4613-95B0-683165D79BB8}" dt="2025-12-31T04:57:09.445" v="1130"/>
            <ac:cxnSpMkLst>
              <pc:docMk/>
              <pc:sldMasterMk cId="2288396013" sldId="2147483658"/>
              <pc:sldLayoutMk cId="4166354395" sldId="2147483676"/>
              <ac:cxnSpMk id="30" creationId="{00000000-0000-0000-0000-000000000000}"/>
            </ac:cxnSpMkLst>
          </pc:cxnChg>
        </pc:sldLayoutChg>
      </pc:sldMasterChg>
      <pc:sldMasterChg chg="modSldLayout">
        <pc:chgData name="TEJA JANAGAM" userId="c7552f9cfd80f157" providerId="LiveId" clId="{C45403F7-F2E7-4613-95B0-683165D79BB8}" dt="2025-12-31T04:55:51.003" v="1118"/>
        <pc:sldMasterMkLst>
          <pc:docMk/>
          <pc:sldMasterMk cId="2475319728" sldId="2147483658"/>
        </pc:sldMasterMkLst>
        <pc:sldLayoutChg chg="addSp delSp">
          <pc:chgData name="TEJA JANAGAM" userId="c7552f9cfd80f157" providerId="LiveId" clId="{C45403F7-F2E7-4613-95B0-683165D79BB8}" dt="2025-12-31T04:55:51.003" v="1118"/>
          <pc:sldLayoutMkLst>
            <pc:docMk/>
            <pc:sldMasterMk cId="2475319728" sldId="2147483658"/>
            <pc:sldLayoutMk cId="2600530063" sldId="2147483670"/>
          </pc:sldLayoutMkLst>
          <pc:spChg chg="add del">
            <ac:chgData name="TEJA JANAGAM" userId="c7552f9cfd80f157" providerId="LiveId" clId="{C45403F7-F2E7-4613-95B0-683165D79BB8}" dt="2025-12-31T04:55:51.003" v="1118"/>
            <ac:spMkLst>
              <pc:docMk/>
              <pc:sldMasterMk cId="2475319728" sldId="2147483658"/>
              <pc:sldLayoutMk cId="2600530063" sldId="2147483670"/>
              <ac:spMk id="22" creationId="{00000000-0000-0000-0000-000000000000}"/>
            </ac:spMkLst>
          </pc:spChg>
          <pc:cxnChg chg="add del">
            <ac:chgData name="TEJA JANAGAM" userId="c7552f9cfd80f157" providerId="LiveId" clId="{C45403F7-F2E7-4613-95B0-683165D79BB8}" dt="2025-12-31T04:55:51.003" v="1118"/>
            <ac:cxnSpMkLst>
              <pc:docMk/>
              <pc:sldMasterMk cId="2475319728" sldId="2147483658"/>
              <pc:sldLayoutMk cId="2600530063" sldId="2147483670"/>
              <ac:cxnSpMk id="25" creationId="{00000000-0000-0000-0000-000000000000}"/>
            </ac:cxnSpMkLst>
          </pc:cxnChg>
        </pc:sldLayoutChg>
        <pc:sldLayoutChg chg="addSp delSp">
          <pc:chgData name="TEJA JANAGAM" userId="c7552f9cfd80f157" providerId="LiveId" clId="{C45403F7-F2E7-4613-95B0-683165D79BB8}" dt="2025-12-31T04:55:51.003" v="1118"/>
          <pc:sldLayoutMkLst>
            <pc:docMk/>
            <pc:sldMasterMk cId="2475319728" sldId="2147483658"/>
            <pc:sldLayoutMk cId="906728905" sldId="2147483671"/>
          </pc:sldLayoutMkLst>
          <pc:spChg chg="add del">
            <ac:chgData name="TEJA JANAGAM" userId="c7552f9cfd80f157" providerId="LiveId" clId="{C45403F7-F2E7-4613-95B0-683165D79BB8}" dt="2025-12-31T04:55:51.003" v="1118"/>
            <ac:spMkLst>
              <pc:docMk/>
              <pc:sldMasterMk cId="2475319728" sldId="2147483658"/>
              <pc:sldLayoutMk cId="906728905" sldId="2147483671"/>
              <ac:spMk id="27" creationId="{00000000-0000-0000-0000-000000000000}"/>
            </ac:spMkLst>
          </pc:spChg>
          <pc:cxnChg chg="add del">
            <ac:chgData name="TEJA JANAGAM" userId="c7552f9cfd80f157" providerId="LiveId" clId="{C45403F7-F2E7-4613-95B0-683165D79BB8}" dt="2025-12-31T04:55:51.003" v="1118"/>
            <ac:cxnSpMkLst>
              <pc:docMk/>
              <pc:sldMasterMk cId="2475319728" sldId="2147483658"/>
              <pc:sldLayoutMk cId="906728905" sldId="2147483671"/>
              <ac:cxnSpMk id="30" creationId="{00000000-0000-0000-0000-000000000000}"/>
            </ac:cxnSpMkLst>
          </pc:cxnChg>
        </pc:sldLayoutChg>
      </pc:sldMasterChg>
      <pc:sldMasterChg chg="modSldLayout">
        <pc:chgData name="TEJA JANAGAM" userId="c7552f9cfd80f157" providerId="LiveId" clId="{C45403F7-F2E7-4613-95B0-683165D79BB8}" dt="2025-12-31T04:54:49.987" v="1114"/>
        <pc:sldMasterMkLst>
          <pc:docMk/>
          <pc:sldMasterMk cId="3331922864" sldId="2147483658"/>
        </pc:sldMasterMkLst>
        <pc:sldLayoutChg chg="addSp delSp">
          <pc:chgData name="TEJA JANAGAM" userId="c7552f9cfd80f157" providerId="LiveId" clId="{C45403F7-F2E7-4613-95B0-683165D79BB8}" dt="2025-12-31T04:54:49.987" v="1114"/>
          <pc:sldLayoutMkLst>
            <pc:docMk/>
            <pc:sldMasterMk cId="3331922864" sldId="2147483658"/>
            <pc:sldLayoutMk cId="3057315529" sldId="2147483676"/>
          </pc:sldLayoutMkLst>
          <pc:spChg chg="add del">
            <ac:chgData name="TEJA JANAGAM" userId="c7552f9cfd80f157" providerId="LiveId" clId="{C45403F7-F2E7-4613-95B0-683165D79BB8}" dt="2025-12-31T04:54:49.987" v="1114"/>
            <ac:spMkLst>
              <pc:docMk/>
              <pc:sldMasterMk cId="3331922864" sldId="2147483658"/>
              <pc:sldLayoutMk cId="3057315529" sldId="2147483676"/>
              <ac:spMk id="22" creationId="{00000000-0000-0000-0000-000000000000}"/>
            </ac:spMkLst>
          </pc:spChg>
          <pc:cxnChg chg="add del">
            <ac:chgData name="TEJA JANAGAM" userId="c7552f9cfd80f157" providerId="LiveId" clId="{C45403F7-F2E7-4613-95B0-683165D79BB8}" dt="2025-12-31T04:54:49.987" v="1114"/>
            <ac:cxnSpMkLst>
              <pc:docMk/>
              <pc:sldMasterMk cId="3331922864" sldId="2147483658"/>
              <pc:sldLayoutMk cId="3057315529" sldId="2147483676"/>
              <ac:cxnSpMk id="25" creationId="{00000000-0000-0000-0000-000000000000}"/>
            </ac:cxnSpMkLst>
          </pc:cxnChg>
        </pc:sldLayoutChg>
        <pc:sldLayoutChg chg="addSp delSp">
          <pc:chgData name="TEJA JANAGAM" userId="c7552f9cfd80f157" providerId="LiveId" clId="{C45403F7-F2E7-4613-95B0-683165D79BB8}" dt="2025-12-31T04:54:49.987" v="1114"/>
          <pc:sldLayoutMkLst>
            <pc:docMk/>
            <pc:sldMasterMk cId="3331922864" sldId="2147483658"/>
            <pc:sldLayoutMk cId="3759415307" sldId="2147483677"/>
          </pc:sldLayoutMkLst>
          <pc:spChg chg="add del">
            <ac:chgData name="TEJA JANAGAM" userId="c7552f9cfd80f157" providerId="LiveId" clId="{C45403F7-F2E7-4613-95B0-683165D79BB8}" dt="2025-12-31T04:54:49.987" v="1114"/>
            <ac:spMkLst>
              <pc:docMk/>
              <pc:sldMasterMk cId="3331922864" sldId="2147483658"/>
              <pc:sldLayoutMk cId="3759415307" sldId="2147483677"/>
              <ac:spMk id="27" creationId="{00000000-0000-0000-0000-000000000000}"/>
            </ac:spMkLst>
          </pc:spChg>
          <pc:cxnChg chg="add del">
            <ac:chgData name="TEJA JANAGAM" userId="c7552f9cfd80f157" providerId="LiveId" clId="{C45403F7-F2E7-4613-95B0-683165D79BB8}" dt="2025-12-31T04:54:49.987" v="1114"/>
            <ac:cxnSpMkLst>
              <pc:docMk/>
              <pc:sldMasterMk cId="3331922864" sldId="2147483658"/>
              <pc:sldLayoutMk cId="3759415307" sldId="2147483677"/>
              <ac:cxnSpMk id="30" creationId="{00000000-0000-0000-0000-000000000000}"/>
            </ac:cxnSpMkLst>
          </pc:cxnChg>
        </pc:sldLayoutChg>
      </pc:sldMasterChg>
      <pc:sldMasterChg chg="modSldLayout">
        <pc:chgData name="TEJA JANAGAM" userId="c7552f9cfd80f157" providerId="LiveId" clId="{C45403F7-F2E7-4613-95B0-683165D79BB8}" dt="2025-12-31T04:57:20.209" v="1131"/>
        <pc:sldMasterMkLst>
          <pc:docMk/>
          <pc:sldMasterMk cId="4147989873" sldId="2147483658"/>
        </pc:sldMasterMkLst>
        <pc:sldLayoutChg chg="delSp">
          <pc:chgData name="TEJA JANAGAM" userId="c7552f9cfd80f157" providerId="LiveId" clId="{C45403F7-F2E7-4613-95B0-683165D79BB8}" dt="2025-12-31T04:57:20.209" v="1131"/>
          <pc:sldLayoutMkLst>
            <pc:docMk/>
            <pc:sldMasterMk cId="4147989873" sldId="2147483658"/>
            <pc:sldLayoutMk cId="3781448680" sldId="2147483670"/>
          </pc:sldLayoutMkLst>
          <pc:spChg chg="del">
            <ac:chgData name="TEJA JANAGAM" userId="c7552f9cfd80f157" providerId="LiveId" clId="{C45403F7-F2E7-4613-95B0-683165D79BB8}" dt="2025-12-31T04:57:20.209" v="1131"/>
            <ac:spMkLst>
              <pc:docMk/>
              <pc:sldMasterMk cId="4147989873" sldId="2147483658"/>
              <pc:sldLayoutMk cId="3781448680" sldId="2147483670"/>
              <ac:spMk id="22" creationId="{00000000-0000-0000-0000-000000000000}"/>
            </ac:spMkLst>
          </pc:spChg>
          <pc:cxnChg chg="del">
            <ac:chgData name="TEJA JANAGAM" userId="c7552f9cfd80f157" providerId="LiveId" clId="{C45403F7-F2E7-4613-95B0-683165D79BB8}" dt="2025-12-31T04:57:20.209" v="1131"/>
            <ac:cxnSpMkLst>
              <pc:docMk/>
              <pc:sldMasterMk cId="4147989873" sldId="2147483658"/>
              <pc:sldLayoutMk cId="3781448680" sldId="2147483670"/>
              <ac:cxnSpMk id="25" creationId="{00000000-0000-0000-0000-000000000000}"/>
            </ac:cxnSpMkLst>
          </pc:cxnChg>
        </pc:sldLayoutChg>
        <pc:sldLayoutChg chg="delSp">
          <pc:chgData name="TEJA JANAGAM" userId="c7552f9cfd80f157" providerId="LiveId" clId="{C45403F7-F2E7-4613-95B0-683165D79BB8}" dt="2025-12-31T04:57:20.209" v="1131"/>
          <pc:sldLayoutMkLst>
            <pc:docMk/>
            <pc:sldMasterMk cId="4147989873" sldId="2147483658"/>
            <pc:sldLayoutMk cId="3527015312" sldId="2147483671"/>
          </pc:sldLayoutMkLst>
          <pc:spChg chg="del">
            <ac:chgData name="TEJA JANAGAM" userId="c7552f9cfd80f157" providerId="LiveId" clId="{C45403F7-F2E7-4613-95B0-683165D79BB8}" dt="2025-12-31T04:57:20.209" v="1131"/>
            <ac:spMkLst>
              <pc:docMk/>
              <pc:sldMasterMk cId="4147989873" sldId="2147483658"/>
              <pc:sldLayoutMk cId="3527015312" sldId="2147483671"/>
              <ac:spMk id="27" creationId="{00000000-0000-0000-0000-000000000000}"/>
            </ac:spMkLst>
          </pc:spChg>
          <pc:cxnChg chg="del">
            <ac:chgData name="TEJA JANAGAM" userId="c7552f9cfd80f157" providerId="LiveId" clId="{C45403F7-F2E7-4613-95B0-683165D79BB8}" dt="2025-12-31T04:57:20.209" v="1131"/>
            <ac:cxnSpMkLst>
              <pc:docMk/>
              <pc:sldMasterMk cId="4147989873" sldId="2147483658"/>
              <pc:sldLayoutMk cId="3527015312" sldId="2147483671"/>
              <ac:cxnSpMk id="30" creationId="{00000000-0000-0000-0000-000000000000}"/>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f3a8d4be09_2_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Change </a:t>
            </a:r>
            <a:endParaRPr/>
          </a:p>
        </p:txBody>
      </p:sp>
      <p:sp>
        <p:nvSpPr>
          <p:cNvPr id="79" name="Google Shape;79;gf3a8d4be09_2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f3a8d4be09_2_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gf3a8d4be09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60A08CD6-6A55-F913-4D3E-0A17AF38275B}"/>
            </a:ext>
          </a:extLst>
        </p:cNvPr>
        <p:cNvGrpSpPr/>
        <p:nvPr/>
      </p:nvGrpSpPr>
      <p:grpSpPr>
        <a:xfrm>
          <a:off x="0" y="0"/>
          <a:ext cx="0" cy="0"/>
          <a:chOff x="0" y="0"/>
          <a:chExt cx="0" cy="0"/>
        </a:xfrm>
      </p:grpSpPr>
      <p:sp>
        <p:nvSpPr>
          <p:cNvPr id="124" name="Google Shape;124;p30:notes">
            <a:extLst>
              <a:ext uri="{FF2B5EF4-FFF2-40B4-BE49-F238E27FC236}">
                <a16:creationId xmlns:a16="http://schemas.microsoft.com/office/drawing/2014/main" id="{463D8AA4-952F-7D15-40DB-40CD6F99FC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30:notes">
            <a:extLst>
              <a:ext uri="{FF2B5EF4-FFF2-40B4-BE49-F238E27FC236}">
                <a16:creationId xmlns:a16="http://schemas.microsoft.com/office/drawing/2014/main" id="{C5630CA9-D3A8-FE16-73D9-3F23B218364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Keep observations </a:t>
            </a:r>
            <a:endParaRPr/>
          </a:p>
        </p:txBody>
      </p:sp>
      <p:sp>
        <p:nvSpPr>
          <p:cNvPr id="126" name="Google Shape;126;p30:notes">
            <a:extLst>
              <a:ext uri="{FF2B5EF4-FFF2-40B4-BE49-F238E27FC236}">
                <a16:creationId xmlns:a16="http://schemas.microsoft.com/office/drawing/2014/main" id="{117C4957-4930-1796-62E8-0D7502DA077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54336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2D6AC4E3-3937-DA1E-8C1C-411FC6722CEE}"/>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7032CAE7-BF2E-B0AB-8F92-43DBDD5A8C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F605B082-8A32-3294-1BB5-8D6A9126FC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a:extLst>
              <a:ext uri="{FF2B5EF4-FFF2-40B4-BE49-F238E27FC236}">
                <a16:creationId xmlns:a16="http://schemas.microsoft.com/office/drawing/2014/main" id="{1F4E310B-617D-3FC0-78A6-26F68807627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6</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18257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E15CACA3-2306-3244-A72F-4D0D458AE98D}"/>
            </a:ext>
          </a:extLst>
        </p:cNvPr>
        <p:cNvGrpSpPr/>
        <p:nvPr/>
      </p:nvGrpSpPr>
      <p:grpSpPr>
        <a:xfrm>
          <a:off x="0" y="0"/>
          <a:ext cx="0" cy="0"/>
          <a:chOff x="0" y="0"/>
          <a:chExt cx="0" cy="0"/>
        </a:xfrm>
      </p:grpSpPr>
      <p:sp>
        <p:nvSpPr>
          <p:cNvPr id="103" name="Google Shape;103;p15:notes">
            <a:extLst>
              <a:ext uri="{FF2B5EF4-FFF2-40B4-BE49-F238E27FC236}">
                <a16:creationId xmlns:a16="http://schemas.microsoft.com/office/drawing/2014/main" id="{35F3E7B7-B56E-C999-BE9F-D503862A80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5:notes">
            <a:extLst>
              <a:ext uri="{FF2B5EF4-FFF2-40B4-BE49-F238E27FC236}">
                <a16:creationId xmlns:a16="http://schemas.microsoft.com/office/drawing/2014/main" id="{BBD7C1E3-B4ED-106E-8617-CC4F14A373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10481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D43447CE-7333-374E-E934-275368934809}"/>
            </a:ext>
          </a:extLst>
        </p:cNvPr>
        <p:cNvGrpSpPr/>
        <p:nvPr/>
      </p:nvGrpSpPr>
      <p:grpSpPr>
        <a:xfrm>
          <a:off x="0" y="0"/>
          <a:ext cx="0" cy="0"/>
          <a:chOff x="0" y="0"/>
          <a:chExt cx="0" cy="0"/>
        </a:xfrm>
      </p:grpSpPr>
      <p:sp>
        <p:nvSpPr>
          <p:cNvPr id="103" name="Google Shape;103;p15:notes">
            <a:extLst>
              <a:ext uri="{FF2B5EF4-FFF2-40B4-BE49-F238E27FC236}">
                <a16:creationId xmlns:a16="http://schemas.microsoft.com/office/drawing/2014/main" id="{2FB12042-9666-FD63-C01A-58FF879006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5:notes">
            <a:extLst>
              <a:ext uri="{FF2B5EF4-FFF2-40B4-BE49-F238E27FC236}">
                <a16:creationId xmlns:a16="http://schemas.microsoft.com/office/drawing/2014/main" id="{7BCB487C-8D51-72E0-8CB4-D10F05D0B4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9563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75D9CA41-ACEF-3035-5430-4FD8D355CD16}"/>
            </a:ext>
          </a:extLst>
        </p:cNvPr>
        <p:cNvGrpSpPr/>
        <p:nvPr/>
      </p:nvGrpSpPr>
      <p:grpSpPr>
        <a:xfrm>
          <a:off x="0" y="0"/>
          <a:ext cx="0" cy="0"/>
          <a:chOff x="0" y="0"/>
          <a:chExt cx="0" cy="0"/>
        </a:xfrm>
      </p:grpSpPr>
      <p:sp>
        <p:nvSpPr>
          <p:cNvPr id="103" name="Google Shape;103;p15:notes">
            <a:extLst>
              <a:ext uri="{FF2B5EF4-FFF2-40B4-BE49-F238E27FC236}">
                <a16:creationId xmlns:a16="http://schemas.microsoft.com/office/drawing/2014/main" id="{4136CDC2-7344-087B-BF69-DDA305F02F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5:notes">
            <a:extLst>
              <a:ext uri="{FF2B5EF4-FFF2-40B4-BE49-F238E27FC236}">
                <a16:creationId xmlns:a16="http://schemas.microsoft.com/office/drawing/2014/main" id="{18EB0CE3-2DC6-F1BE-FA6D-F1764096DA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2066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B748279-EB28-E590-EB65-7FF70F008557}"/>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D10A088F-D599-8439-4B4A-90019449A0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D1F81E86-2727-6172-35D6-8D904A8F1B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a:extLst>
              <a:ext uri="{FF2B5EF4-FFF2-40B4-BE49-F238E27FC236}">
                <a16:creationId xmlns:a16="http://schemas.microsoft.com/office/drawing/2014/main" id="{248DBC6F-CD92-0FAA-FCED-D0BE84BAEB9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11</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09771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599755C-8DBB-7758-8B7F-1E9C5A0680B0}"/>
            </a:ext>
          </a:extLst>
        </p:cNvPr>
        <p:cNvGrpSpPr/>
        <p:nvPr/>
      </p:nvGrpSpPr>
      <p:grpSpPr>
        <a:xfrm>
          <a:off x="0" y="0"/>
          <a:ext cx="0" cy="0"/>
          <a:chOff x="0" y="0"/>
          <a:chExt cx="0" cy="0"/>
        </a:xfrm>
      </p:grpSpPr>
      <p:sp>
        <p:nvSpPr>
          <p:cNvPr id="109" name="Google Shape;109;p25:notes">
            <a:extLst>
              <a:ext uri="{FF2B5EF4-FFF2-40B4-BE49-F238E27FC236}">
                <a16:creationId xmlns:a16="http://schemas.microsoft.com/office/drawing/2014/main" id="{C17FC27F-B3BF-AA00-8E17-A383B933FD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t>EDA is used for </a:t>
            </a:r>
            <a:r>
              <a:rPr lang="en-US" sz="1200" b="1"/>
              <a:t>seeing what the data can tell us before the modeling task</a:t>
            </a:r>
            <a:r>
              <a:rPr lang="en-US" sz="1200"/>
              <a: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Change</a:t>
            </a:r>
            <a:endParaRPr/>
          </a:p>
          <a:p>
            <a:pPr marL="0" lvl="0" indent="0" algn="l" rtl="0">
              <a:lnSpc>
                <a:spcPct val="100000"/>
              </a:lnSpc>
              <a:spcBef>
                <a:spcPts val="0"/>
              </a:spcBef>
              <a:spcAft>
                <a:spcPts val="0"/>
              </a:spcAft>
              <a:buSzPts val="1400"/>
              <a:buNone/>
            </a:pPr>
            <a:endParaRPr/>
          </a:p>
        </p:txBody>
      </p:sp>
      <p:sp>
        <p:nvSpPr>
          <p:cNvPr id="110" name="Google Shape;110;p25:notes">
            <a:extLst>
              <a:ext uri="{FF2B5EF4-FFF2-40B4-BE49-F238E27FC236}">
                <a16:creationId xmlns:a16="http://schemas.microsoft.com/office/drawing/2014/main" id="{AC4F08ED-5CF3-6F5A-72D4-99245830CA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34435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AB7D4ED-9ED5-9213-4F32-0CD41AFF8DA1}"/>
            </a:ext>
          </a:extLst>
        </p:cNvPr>
        <p:cNvGrpSpPr/>
        <p:nvPr/>
      </p:nvGrpSpPr>
      <p:grpSpPr>
        <a:xfrm>
          <a:off x="0" y="0"/>
          <a:ext cx="0" cy="0"/>
          <a:chOff x="0" y="0"/>
          <a:chExt cx="0" cy="0"/>
        </a:xfrm>
      </p:grpSpPr>
      <p:sp>
        <p:nvSpPr>
          <p:cNvPr id="109" name="Google Shape;109;p25:notes">
            <a:extLst>
              <a:ext uri="{FF2B5EF4-FFF2-40B4-BE49-F238E27FC236}">
                <a16:creationId xmlns:a16="http://schemas.microsoft.com/office/drawing/2014/main" id="{50DC3FF5-F6AF-234E-9325-3FA26A19BD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t>EDA is used for </a:t>
            </a:r>
            <a:r>
              <a:rPr lang="en-US" sz="1200" b="1"/>
              <a:t>seeing what the data can tell us before the modeling task</a:t>
            </a:r>
            <a:r>
              <a:rPr lang="en-US" sz="1200"/>
              <a: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Change</a:t>
            </a:r>
            <a:endParaRPr/>
          </a:p>
          <a:p>
            <a:pPr marL="0" lvl="0" indent="0" algn="l" rtl="0">
              <a:lnSpc>
                <a:spcPct val="100000"/>
              </a:lnSpc>
              <a:spcBef>
                <a:spcPts val="0"/>
              </a:spcBef>
              <a:spcAft>
                <a:spcPts val="0"/>
              </a:spcAft>
              <a:buSzPts val="1400"/>
              <a:buNone/>
            </a:pPr>
            <a:endParaRPr/>
          </a:p>
        </p:txBody>
      </p:sp>
      <p:sp>
        <p:nvSpPr>
          <p:cNvPr id="110" name="Google Shape;110;p25:notes">
            <a:extLst>
              <a:ext uri="{FF2B5EF4-FFF2-40B4-BE49-F238E27FC236}">
                <a16:creationId xmlns:a16="http://schemas.microsoft.com/office/drawing/2014/main" id="{6D73B640-9C4A-2141-3E9A-A3596BA62A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0800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E4BED49-8EB9-65DD-6A8A-C7B5599C440F}"/>
            </a:ext>
          </a:extLst>
        </p:cNvPr>
        <p:cNvGrpSpPr/>
        <p:nvPr/>
      </p:nvGrpSpPr>
      <p:grpSpPr>
        <a:xfrm>
          <a:off x="0" y="0"/>
          <a:ext cx="0" cy="0"/>
          <a:chOff x="0" y="0"/>
          <a:chExt cx="0" cy="0"/>
        </a:xfrm>
      </p:grpSpPr>
      <p:sp>
        <p:nvSpPr>
          <p:cNvPr id="109" name="Google Shape;109;p25:notes">
            <a:extLst>
              <a:ext uri="{FF2B5EF4-FFF2-40B4-BE49-F238E27FC236}">
                <a16:creationId xmlns:a16="http://schemas.microsoft.com/office/drawing/2014/main" id="{08F2AFE3-12CF-8368-5579-FA09F68BEF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t>EDA is used for </a:t>
            </a:r>
            <a:r>
              <a:rPr lang="en-US" sz="1200" b="1"/>
              <a:t>seeing what the data can tell us before the modeling task</a:t>
            </a:r>
            <a:r>
              <a:rPr lang="en-US" sz="1200"/>
              <a: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Change</a:t>
            </a:r>
            <a:endParaRPr/>
          </a:p>
          <a:p>
            <a:pPr marL="0" lvl="0" indent="0" algn="l" rtl="0">
              <a:lnSpc>
                <a:spcPct val="100000"/>
              </a:lnSpc>
              <a:spcBef>
                <a:spcPts val="0"/>
              </a:spcBef>
              <a:spcAft>
                <a:spcPts val="0"/>
              </a:spcAft>
              <a:buSzPts val="1400"/>
              <a:buNone/>
            </a:pPr>
            <a:endParaRPr/>
          </a:p>
        </p:txBody>
      </p:sp>
      <p:sp>
        <p:nvSpPr>
          <p:cNvPr id="110" name="Google Shape;110;p25:notes">
            <a:extLst>
              <a:ext uri="{FF2B5EF4-FFF2-40B4-BE49-F238E27FC236}">
                <a16:creationId xmlns:a16="http://schemas.microsoft.com/office/drawing/2014/main" id="{DF3F4EF2-6813-A1DA-6C72-13739473A9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3494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2446BDA-5115-8CD6-5441-D2E641F8AA1D}"/>
            </a:ext>
          </a:extLst>
        </p:cNvPr>
        <p:cNvGrpSpPr/>
        <p:nvPr/>
      </p:nvGrpSpPr>
      <p:grpSpPr>
        <a:xfrm>
          <a:off x="0" y="0"/>
          <a:ext cx="0" cy="0"/>
          <a:chOff x="0" y="0"/>
          <a:chExt cx="0" cy="0"/>
        </a:xfrm>
      </p:grpSpPr>
      <p:sp>
        <p:nvSpPr>
          <p:cNvPr id="109" name="Google Shape;109;p25:notes">
            <a:extLst>
              <a:ext uri="{FF2B5EF4-FFF2-40B4-BE49-F238E27FC236}">
                <a16:creationId xmlns:a16="http://schemas.microsoft.com/office/drawing/2014/main" id="{6FFA580B-35B5-7E18-DDD7-6B5333E7B0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t>EDA is used for </a:t>
            </a:r>
            <a:r>
              <a:rPr lang="en-US" sz="1200" b="1"/>
              <a:t>seeing what the data can tell us before the modeling task</a:t>
            </a:r>
            <a:r>
              <a:rPr lang="en-US" sz="1200"/>
              <a: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Change</a:t>
            </a:r>
            <a:endParaRPr/>
          </a:p>
          <a:p>
            <a:pPr marL="0" lvl="0" indent="0" algn="l" rtl="0">
              <a:lnSpc>
                <a:spcPct val="100000"/>
              </a:lnSpc>
              <a:spcBef>
                <a:spcPts val="0"/>
              </a:spcBef>
              <a:spcAft>
                <a:spcPts val="0"/>
              </a:spcAft>
              <a:buSzPts val="1400"/>
              <a:buNone/>
            </a:pPr>
            <a:endParaRPr/>
          </a:p>
        </p:txBody>
      </p:sp>
      <p:sp>
        <p:nvSpPr>
          <p:cNvPr id="110" name="Google Shape;110;p25:notes">
            <a:extLst>
              <a:ext uri="{FF2B5EF4-FFF2-40B4-BE49-F238E27FC236}">
                <a16:creationId xmlns:a16="http://schemas.microsoft.com/office/drawing/2014/main" id="{63D6037C-0735-1655-FB0B-2246EA7B2E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0077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D6B6856-6668-1F4B-8282-E4D96EF4D0BE}"/>
            </a:ext>
          </a:extLst>
        </p:cNvPr>
        <p:cNvGrpSpPr/>
        <p:nvPr/>
      </p:nvGrpSpPr>
      <p:grpSpPr>
        <a:xfrm>
          <a:off x="0" y="0"/>
          <a:ext cx="0" cy="0"/>
          <a:chOff x="0" y="0"/>
          <a:chExt cx="0" cy="0"/>
        </a:xfrm>
      </p:grpSpPr>
      <p:sp>
        <p:nvSpPr>
          <p:cNvPr id="109" name="Google Shape;109;p25:notes">
            <a:extLst>
              <a:ext uri="{FF2B5EF4-FFF2-40B4-BE49-F238E27FC236}">
                <a16:creationId xmlns:a16="http://schemas.microsoft.com/office/drawing/2014/main" id="{B2167B16-76BE-8111-631C-4F0188459E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t>EDA is used for </a:t>
            </a:r>
            <a:r>
              <a:rPr lang="en-US" sz="1200" b="1"/>
              <a:t>seeing what the data can tell us before the modeling task</a:t>
            </a:r>
            <a:r>
              <a:rPr lang="en-US" sz="1200"/>
              <a: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Change</a:t>
            </a:r>
            <a:endParaRPr/>
          </a:p>
          <a:p>
            <a:pPr marL="0" lvl="0" indent="0" algn="l" rtl="0">
              <a:lnSpc>
                <a:spcPct val="100000"/>
              </a:lnSpc>
              <a:spcBef>
                <a:spcPts val="0"/>
              </a:spcBef>
              <a:spcAft>
                <a:spcPts val="0"/>
              </a:spcAft>
              <a:buSzPts val="1400"/>
              <a:buNone/>
            </a:pPr>
            <a:endParaRPr/>
          </a:p>
        </p:txBody>
      </p:sp>
      <p:sp>
        <p:nvSpPr>
          <p:cNvPr id="110" name="Google Shape;110;p25:notes">
            <a:extLst>
              <a:ext uri="{FF2B5EF4-FFF2-40B4-BE49-F238E27FC236}">
                <a16:creationId xmlns:a16="http://schemas.microsoft.com/office/drawing/2014/main" id="{9E238738-9456-58BE-89CF-FF4C2E66E6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2931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C819014-E8C0-0A81-1429-D2A48CD51586}"/>
            </a:ext>
          </a:extLst>
        </p:cNvPr>
        <p:cNvGrpSpPr/>
        <p:nvPr/>
      </p:nvGrpSpPr>
      <p:grpSpPr>
        <a:xfrm>
          <a:off x="0" y="0"/>
          <a:ext cx="0" cy="0"/>
          <a:chOff x="0" y="0"/>
          <a:chExt cx="0" cy="0"/>
        </a:xfrm>
      </p:grpSpPr>
      <p:sp>
        <p:nvSpPr>
          <p:cNvPr id="109" name="Google Shape;109;p25:notes">
            <a:extLst>
              <a:ext uri="{FF2B5EF4-FFF2-40B4-BE49-F238E27FC236}">
                <a16:creationId xmlns:a16="http://schemas.microsoft.com/office/drawing/2014/main" id="{A506595A-B974-419A-83C0-E18D63D7D6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t>EDA is used for </a:t>
            </a:r>
            <a:r>
              <a:rPr lang="en-US" sz="1200" b="1"/>
              <a:t>seeing what the data can tell us before the modeling task</a:t>
            </a:r>
            <a:r>
              <a:rPr lang="en-US" sz="1200"/>
              <a: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Change</a:t>
            </a:r>
            <a:endParaRPr/>
          </a:p>
          <a:p>
            <a:pPr marL="0" lvl="0" indent="0" algn="l" rtl="0">
              <a:lnSpc>
                <a:spcPct val="100000"/>
              </a:lnSpc>
              <a:spcBef>
                <a:spcPts val="0"/>
              </a:spcBef>
              <a:spcAft>
                <a:spcPts val="0"/>
              </a:spcAft>
              <a:buSzPts val="1400"/>
              <a:buNone/>
            </a:pPr>
            <a:endParaRPr/>
          </a:p>
        </p:txBody>
      </p:sp>
      <p:sp>
        <p:nvSpPr>
          <p:cNvPr id="110" name="Google Shape;110;p25:notes">
            <a:extLst>
              <a:ext uri="{FF2B5EF4-FFF2-40B4-BE49-F238E27FC236}">
                <a16:creationId xmlns:a16="http://schemas.microsoft.com/office/drawing/2014/main" id="{AB1B07CC-943D-A77F-2FB2-D399171547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2094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Keep observations </a:t>
            </a:r>
            <a:endParaRPr/>
          </a:p>
        </p:txBody>
      </p:sp>
      <p:sp>
        <p:nvSpPr>
          <p:cNvPr id="126" name="Google Shape;12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9F38648-5F05-CE8D-3997-D42379644AF7}"/>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36EC1BB2-2DE8-6C0D-5441-D53B95559E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B2AD7D8C-B437-E8BB-52F7-B66D53288B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a:extLst>
              <a:ext uri="{FF2B5EF4-FFF2-40B4-BE49-F238E27FC236}">
                <a16:creationId xmlns:a16="http://schemas.microsoft.com/office/drawing/2014/main" id="{FFDE3ED5-F5BC-61F9-A34D-0DD0190EFCB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19</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919392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A668AB65-554F-5171-37BD-C806F329B6FA}"/>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D6C82C4E-5433-3E8A-1264-3BB16307FE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2DBE04C9-4965-4193-0844-1EC5530B8A4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a:extLst>
              <a:ext uri="{FF2B5EF4-FFF2-40B4-BE49-F238E27FC236}">
                <a16:creationId xmlns:a16="http://schemas.microsoft.com/office/drawing/2014/main" id="{E848B224-E1A4-73C5-099E-105B5D27DAA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20</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23998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9029731C-7F6C-9895-0C53-0D7CCF041634}"/>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492A2EA6-E1A5-0635-2C13-D14F7F16FC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105C8786-3F61-2F68-170F-99EDC6D892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a:extLst>
              <a:ext uri="{FF2B5EF4-FFF2-40B4-BE49-F238E27FC236}">
                <a16:creationId xmlns:a16="http://schemas.microsoft.com/office/drawing/2014/main" id="{8B6717FF-3021-C6B5-B9C0-470213A7351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4563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4CEDD6B-D8FA-90F9-2A59-7333B2E2DC21}"/>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AAFCD3A1-8887-C6F7-2922-7D958DC52F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ABAABB01-675D-AAE3-D407-9CEC6A8932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a:extLst>
              <a:ext uri="{FF2B5EF4-FFF2-40B4-BE49-F238E27FC236}">
                <a16:creationId xmlns:a16="http://schemas.microsoft.com/office/drawing/2014/main" id="{3361B5D4-B8C3-97C2-6A52-41256C80C02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22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4559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5431595-A53C-2B78-550A-70A5859E079E}"/>
            </a:ext>
          </a:extLst>
        </p:cNvPr>
        <p:cNvGrpSpPr/>
        <p:nvPr/>
      </p:nvGrpSpPr>
      <p:grpSpPr>
        <a:xfrm>
          <a:off x="0" y="0"/>
          <a:ext cx="0" cy="0"/>
          <a:chOff x="0" y="0"/>
          <a:chExt cx="0" cy="0"/>
        </a:xfrm>
      </p:grpSpPr>
      <p:sp>
        <p:nvSpPr>
          <p:cNvPr id="132" name="Google Shape;132;p32:notes">
            <a:extLst>
              <a:ext uri="{FF2B5EF4-FFF2-40B4-BE49-F238E27FC236}">
                <a16:creationId xmlns:a16="http://schemas.microsoft.com/office/drawing/2014/main" id="{AD32D814-604E-6CEF-F0D5-8E45454B20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a:extLst>
              <a:ext uri="{FF2B5EF4-FFF2-40B4-BE49-F238E27FC236}">
                <a16:creationId xmlns:a16="http://schemas.microsoft.com/office/drawing/2014/main" id="{E46CDE2C-2ED5-AE5D-7CC5-AA4E66F2C0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a:extLst>
              <a:ext uri="{FF2B5EF4-FFF2-40B4-BE49-F238E27FC236}">
                <a16:creationId xmlns:a16="http://schemas.microsoft.com/office/drawing/2014/main" id="{6779670D-0BBC-2ABA-9B27-41B432CEB97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23</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5913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134" name="Google Shape;13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24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332493728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59556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endParaRPr lang="en-GB"/>
          </a:p>
        </p:txBody>
      </p:sp>
      <p:sp>
        <p:nvSpPr>
          <p:cNvPr id="5" name="Footer Placeholder 4"/>
          <p:cNvSpPr>
            <a:spLocks noGrp="1"/>
          </p:cNvSpPr>
          <p:nvPr>
            <p:ph type="ftr" sz="quarter" idx="11"/>
          </p:nvPr>
        </p:nvSpPr>
        <p:spPr>
          <a:xfrm>
            <a:off x="2182708" y="6272784"/>
            <a:ext cx="6327648" cy="365125"/>
          </a:xfrm>
        </p:spPr>
        <p:txBody>
          <a:bodyPr/>
          <a:lstStyle/>
          <a:p>
            <a:endParaRPr lang="en-GB"/>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8547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3785675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132752029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425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13470424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76190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36072843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5055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42621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1"/>
        <p:cNvGrpSpPr/>
        <p:nvPr/>
      </p:nvGrpSpPr>
      <p:grpSpPr>
        <a:xfrm>
          <a:off x="0" y="0"/>
          <a:ext cx="0" cy="0"/>
          <a:chOff x="0" y="0"/>
          <a:chExt cx="0" cy="0"/>
        </a:xfrm>
      </p:grpSpPr>
      <p:sp>
        <p:nvSpPr>
          <p:cNvPr id="23" name="Google Shape;23;gf3a8d4be09_2_86"/>
          <p:cNvSpPr txBox="1">
            <a:spLocks noGrp="1"/>
          </p:cNvSpPr>
          <p:nvPr>
            <p:ph type="title"/>
          </p:nvPr>
        </p:nvSpPr>
        <p:spPr>
          <a:xfrm>
            <a:off x="228600" y="187044"/>
            <a:ext cx="10515600" cy="517024"/>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30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gf3a8d4be09_2_86"/>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6294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6"/>
        <p:cNvGrpSpPr/>
        <p:nvPr/>
      </p:nvGrpSpPr>
      <p:grpSpPr>
        <a:xfrm>
          <a:off x="0" y="0"/>
          <a:ext cx="0" cy="0"/>
          <a:chOff x="0" y="0"/>
          <a:chExt cx="0" cy="0"/>
        </a:xfrm>
      </p:grpSpPr>
      <p:sp>
        <p:nvSpPr>
          <p:cNvPr id="28" name="Google Shape;28;p61"/>
          <p:cNvSpPr txBox="1">
            <a:spLocks noGrp="1"/>
          </p:cNvSpPr>
          <p:nvPr>
            <p:ph type="title"/>
          </p:nvPr>
        </p:nvSpPr>
        <p:spPr>
          <a:xfrm>
            <a:off x="228600" y="184714"/>
            <a:ext cx="10515600" cy="521639"/>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23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61"/>
          <p:cNvSpPr txBox="1">
            <a:spLocks noGrp="1"/>
          </p:cNvSpPr>
          <p:nvPr>
            <p:ph type="sldNum" idx="12"/>
          </p:nvPr>
        </p:nvSpPr>
        <p:spPr>
          <a:xfrm>
            <a:off x="11639552" y="6350000"/>
            <a:ext cx="390525" cy="2889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00041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endParaRPr lang="en-GB"/>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GB"/>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5">
                <a:duotone>
                  <a:schemeClr val="accent1">
                    <a:shade val="45000"/>
                    <a:satMod val="135000"/>
                  </a:schemeClr>
                  <a:prstClr val="white"/>
                </a:duotone>
                <a:extLst>
                  <a:ext uri="{BEBA8EAE-BF5A-486C-A8C5-ECC9F3942E4B}">
                    <a14:imgProps xmlns:a14="http://schemas.microsoft.com/office/drawing/2010/main">
                      <a14:imgLayer r:embed="rId1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3086315779"/>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Lst>
  <p:hf sldNum="0" hdr="0" ftr="0" dt="0"/>
  <p:txStyles>
    <p:titleStyle>
      <a:lvl1pPr algn="l" defTabSz="914400" rtl="0" eaLnBrk="1" latinLnBrk="0" hangingPunct="1">
        <a:lnSpc>
          <a:spcPct val="90000"/>
        </a:lnSpc>
        <a:spcBef>
          <a:spcPct val="0"/>
        </a:spcBef>
        <a:buNone/>
        <a:defRPr sz="5400" kern="1200" cap="all" baseline="0">
          <a:blipFill>
            <a:blip r:embed="rId17">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1.jpg"/></Relationships>
</file>

<file path=ppt/slides/_rels/slide2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2.jpg"/></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title"/>
          </p:nvPr>
        </p:nvSpPr>
        <p:spPr>
          <a:xfrm>
            <a:off x="916858" y="1014054"/>
            <a:ext cx="10675374" cy="1325563"/>
          </a:xfrm>
          <a:prstGeom prst="rect">
            <a:avLst/>
          </a:prstGeom>
          <a:noFill/>
          <a:ln>
            <a:noFill/>
          </a:ln>
        </p:spPr>
        <p:txBody>
          <a:bodyPr spcFirstLastPara="1" wrap="square" lIns="91400" tIns="45675" rIns="91400" bIns="45675" anchor="ctr" anchorCtr="0">
            <a:noAutofit/>
          </a:bodyPr>
          <a:lstStyle/>
          <a:p>
            <a:pPr lvl="0"/>
            <a:r>
              <a:rPr lang="en-US" sz="6000" b="1" dirty="0">
                <a:solidFill>
                  <a:srgbClr val="FF0000"/>
                </a:solidFill>
              </a:rPr>
              <a:t>Fertility Insights: Data-Driven IVF Monitoring</a:t>
            </a:r>
            <a:endParaRPr sz="6000" b="1" dirty="0">
              <a:solidFill>
                <a:srgbClr val="FF0000"/>
              </a:solidFill>
            </a:endParaRPr>
          </a:p>
        </p:txBody>
      </p:sp>
      <p:sp>
        <p:nvSpPr>
          <p:cNvPr id="73" name="Google Shape;73;p1"/>
          <p:cNvSpPr txBox="1">
            <a:spLocks noGrp="1"/>
          </p:cNvSpPr>
          <p:nvPr>
            <p:ph idx="1"/>
          </p:nvPr>
        </p:nvSpPr>
        <p:spPr>
          <a:xfrm>
            <a:off x="9651636" y="3949394"/>
            <a:ext cx="2376948" cy="1792646"/>
          </a:xfrm>
          <a:prstGeom prst="rect">
            <a:avLst/>
          </a:prstGeom>
          <a:noFill/>
          <a:ln>
            <a:noFill/>
          </a:ln>
        </p:spPr>
        <p:txBody>
          <a:bodyPr spcFirstLastPara="1" wrap="square" lIns="91400" tIns="45675" rIns="91400" bIns="45675" anchor="t" anchorCtr="0">
            <a:normAutofit/>
          </a:bodyPr>
          <a:lstStyle/>
          <a:p>
            <a:pPr marL="114300" indent="0">
              <a:buNone/>
            </a:pPr>
            <a:endParaRPr lang="en-US" dirty="0"/>
          </a:p>
          <a:p>
            <a:pPr marL="114300" indent="0">
              <a:buNone/>
            </a:pPr>
            <a:r>
              <a:rPr lang="en-US" b="1" dirty="0"/>
              <a:t>Prepared by:</a:t>
            </a:r>
            <a:br>
              <a:rPr lang="en-US" dirty="0"/>
            </a:br>
            <a:r>
              <a:rPr lang="en-US" dirty="0" err="1"/>
              <a:t>Janagam</a:t>
            </a:r>
            <a:r>
              <a:rPr lang="en-US" dirty="0"/>
              <a:t> Teja</a:t>
            </a:r>
          </a:p>
          <a:p>
            <a:pPr marL="457200" lvl="0" indent="-228600" algn="l" rtl="0">
              <a:lnSpc>
                <a:spcPct val="90000"/>
              </a:lnSpc>
              <a:spcBef>
                <a:spcPts val="1000"/>
              </a:spcBef>
              <a:spcAft>
                <a:spcPts val="0"/>
              </a:spcAft>
              <a:buClr>
                <a:schemeClr val="dk1"/>
              </a:buClr>
              <a:buSzPts val="1800"/>
              <a:buNone/>
            </a:pPr>
            <a:endParaRPr dirty="0"/>
          </a:p>
        </p:txBody>
      </p:sp>
      <p:sp>
        <p:nvSpPr>
          <p:cNvPr id="74" name="Google Shape;74;p1"/>
          <p:cNvSpPr txBox="1"/>
          <p:nvPr/>
        </p:nvSpPr>
        <p:spPr>
          <a:xfrm>
            <a:off x="242944" y="860611"/>
            <a:ext cx="3537600"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pic>
        <p:nvPicPr>
          <p:cNvPr id="75" name="Google Shape;75;p1"/>
          <p:cNvPicPr preferRelativeResize="0"/>
          <p:nvPr/>
        </p:nvPicPr>
        <p:blipFill rotWithShape="1">
          <a:blip r:embed="rId3">
            <a:alphaModFix/>
          </a:blip>
          <a:srcRect/>
          <a:stretch/>
        </p:blipFill>
        <p:spPr>
          <a:xfrm>
            <a:off x="14086508" y="11637873"/>
            <a:ext cx="158226" cy="163709"/>
          </a:xfrm>
          <a:prstGeom prst="rect">
            <a:avLst/>
          </a:prstGeom>
          <a:noFill/>
          <a:ln>
            <a:noFill/>
          </a:ln>
        </p:spPr>
      </p:pic>
      <p:pic>
        <p:nvPicPr>
          <p:cNvPr id="76" name="Google Shape;76;p1" descr="360DigiTMG Reviews - 52 Reviews of 360digitmg.com | Sitejabber"/>
          <p:cNvPicPr preferRelativeResize="0"/>
          <p:nvPr/>
        </p:nvPicPr>
        <p:blipFill rotWithShape="1">
          <a:blip r:embed="rId4">
            <a:alphaModFix/>
          </a:blip>
          <a:srcRect/>
          <a:stretch/>
        </p:blipFill>
        <p:spPr>
          <a:xfrm>
            <a:off x="9751545" y="5952931"/>
            <a:ext cx="2277039" cy="8083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gf3a8d4be09_2_180"/>
          <p:cNvSpPr txBox="1">
            <a:spLocks noGrp="1"/>
          </p:cNvSpPr>
          <p:nvPr>
            <p:ph type="title"/>
          </p:nvPr>
        </p:nvSpPr>
        <p:spPr>
          <a:xfrm>
            <a:off x="163275" y="0"/>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Contents</a:t>
            </a:r>
            <a:endParaRPr sz="3200" b="1">
              <a:latin typeface="Times New Roman"/>
              <a:ea typeface="Times New Roman"/>
              <a:cs typeface="Times New Roman"/>
              <a:sym typeface="Times New Roman"/>
            </a:endParaRPr>
          </a:p>
        </p:txBody>
      </p:sp>
      <p:sp>
        <p:nvSpPr>
          <p:cNvPr id="82" name="Google Shape;82;gf3a8d4be09_2_180"/>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
        <p:nvSpPr>
          <p:cNvPr id="83" name="Google Shape;83;gf3a8d4be09_2_180"/>
          <p:cNvSpPr txBox="1"/>
          <p:nvPr/>
        </p:nvSpPr>
        <p:spPr>
          <a:xfrm>
            <a:off x="383125" y="1149375"/>
            <a:ext cx="11034000" cy="2844600"/>
          </a:xfrm>
          <a:prstGeom prst="rect">
            <a:avLst/>
          </a:prstGeom>
          <a:noFill/>
          <a:ln>
            <a:noFill/>
          </a:ln>
        </p:spPr>
        <p:txBody>
          <a:bodyPr spcFirstLastPara="1" wrap="square" lIns="91425" tIns="91425" rIns="91425" bIns="91425" anchor="t" anchorCtr="0">
            <a:spAutoFit/>
          </a:bodyPr>
          <a:lstStyle/>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Business Objective</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Business Constraints</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Project Architecture - Data F</a:t>
            </a:r>
            <a:r>
              <a:rPr lang="en-US" sz="3200" dirty="0">
                <a:solidFill>
                  <a:schemeClr val="dk1"/>
                </a:solidFill>
                <a:latin typeface="Times New Roman"/>
                <a:ea typeface="Times New Roman"/>
                <a:cs typeface="Times New Roman"/>
                <a:sym typeface="Times New Roman"/>
              </a:rPr>
              <a:t>low Diagram</a:t>
            </a:r>
            <a:endParaRPr dirty="0"/>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Data Collection</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Exploratory Data Analysis</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Data Visualization</a:t>
            </a:r>
            <a:endParaRPr sz="3200" b="0" i="0" u="none" strike="noStrike" cap="none" dirty="0">
              <a:solidFill>
                <a:schemeClr val="dk1"/>
              </a:solidFill>
              <a:latin typeface="Times New Roman"/>
              <a:ea typeface="Times New Roman"/>
              <a:cs typeface="Times New Roman"/>
              <a:sym typeface="Times New Roman"/>
            </a:endParaRPr>
          </a:p>
        </p:txBody>
      </p:sp>
      <p:pic>
        <p:nvPicPr>
          <p:cNvPr id="84" name="Google Shape;84;gf3a8d4be09_2_180" descr="360DigiTMG Reviews - 52 Reviews of 360digitmg.com | Sitejabber"/>
          <p:cNvPicPr preferRelativeResize="0"/>
          <p:nvPr/>
        </p:nvPicPr>
        <p:blipFill rotWithShape="1">
          <a:blip r:embed="rId3">
            <a:alphaModFix/>
          </a:blip>
          <a:srcRect/>
          <a:stretch/>
        </p:blipFill>
        <p:spPr>
          <a:xfrm>
            <a:off x="9753110" y="5945834"/>
            <a:ext cx="2277039" cy="8083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6"/>
          <p:cNvSpPr txBox="1">
            <a:spLocks noGrp="1"/>
          </p:cNvSpPr>
          <p:nvPr>
            <p:ph type="title"/>
          </p:nvPr>
        </p:nvSpPr>
        <p:spPr>
          <a:xfrm>
            <a:off x="228600" y="177814"/>
            <a:ext cx="10515600" cy="53544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Business</a:t>
            </a:r>
            <a:r>
              <a:rPr lang="en-US" sz="2800" b="1">
                <a:latin typeface="Times New Roman"/>
                <a:ea typeface="Times New Roman"/>
                <a:cs typeface="Times New Roman"/>
                <a:sym typeface="Times New Roman"/>
              </a:rPr>
              <a:t> </a:t>
            </a:r>
            <a:r>
              <a:rPr lang="en-US" sz="3200" b="1">
                <a:latin typeface="Times New Roman"/>
                <a:ea typeface="Times New Roman"/>
                <a:cs typeface="Times New Roman"/>
                <a:sym typeface="Times New Roman"/>
              </a:rPr>
              <a:t>Problem</a:t>
            </a:r>
            <a:endParaRPr sz="3200" b="1">
              <a:latin typeface="Times New Roman"/>
              <a:ea typeface="Times New Roman"/>
              <a:cs typeface="Times New Roman"/>
              <a:sym typeface="Times New Roman"/>
            </a:endParaRPr>
          </a:p>
        </p:txBody>
      </p:sp>
      <p:pic>
        <p:nvPicPr>
          <p:cNvPr id="90" name="Google Shape;90;p6" descr="360DigiTMG Reviews - 52 Reviews of 360digitmg.com | Sitejabber"/>
          <p:cNvPicPr preferRelativeResize="0"/>
          <p:nvPr/>
        </p:nvPicPr>
        <p:blipFill rotWithShape="1">
          <a:blip r:embed="rId3">
            <a:alphaModFix/>
          </a:blip>
          <a:srcRect/>
          <a:stretch/>
        </p:blipFill>
        <p:spPr>
          <a:xfrm>
            <a:off x="9753110" y="5945834"/>
            <a:ext cx="2277039" cy="808338"/>
          </a:xfrm>
          <a:prstGeom prst="rect">
            <a:avLst/>
          </a:prstGeom>
          <a:noFill/>
          <a:ln>
            <a:noFill/>
          </a:ln>
        </p:spPr>
      </p:pic>
      <p:sp>
        <p:nvSpPr>
          <p:cNvPr id="2" name="TextBox 1">
            <a:extLst>
              <a:ext uri="{FF2B5EF4-FFF2-40B4-BE49-F238E27FC236}">
                <a16:creationId xmlns:a16="http://schemas.microsoft.com/office/drawing/2014/main" id="{A3142342-9168-7ED7-CA3D-8E6E8B319C74}"/>
              </a:ext>
            </a:extLst>
          </p:cNvPr>
          <p:cNvSpPr txBox="1"/>
          <p:nvPr/>
        </p:nvSpPr>
        <p:spPr>
          <a:xfrm>
            <a:off x="445477" y="1090246"/>
            <a:ext cx="11265877" cy="3754874"/>
          </a:xfrm>
          <a:prstGeom prst="rect">
            <a:avLst/>
          </a:prstGeom>
          <a:noFill/>
        </p:spPr>
        <p:txBody>
          <a:bodyPr wrap="square" rtlCol="0">
            <a:spAutoFit/>
          </a:bodyPr>
          <a:lstStyle/>
          <a:p>
            <a:r>
              <a:rPr lang="en-US" dirty="0"/>
              <a:t>Rising stress and lifestyle changes have increased IVF demand by 20–30% globally, but overall IVF success rates remain low at 30–35% per cycle. A major contributor is the 25–40% inter-observer variability in embryo grading between embryologists, which leads to inconsistent embryo selection and up to 15–20% loss in implantation potential. Additionally, patients often receive definitive outcome clarity only after 3–4 months, creating delays in clinical decisions and lowering patient satisfaction. These inefficiencies collectively lead to an estimated 10–15% increase in operational cost per cycle and reduce clinic-wide performance visibility across stakeholders.</a:t>
            </a:r>
            <a:br>
              <a:rPr lang="en-US" dirty="0"/>
            </a:br>
            <a:endParaRPr lang="en-US" dirty="0"/>
          </a:p>
          <a:p>
            <a:pPr marL="285750" indent="-285750">
              <a:buFont typeface="Arial" panose="020B0604020202020204" pitchFamily="34" charset="0"/>
              <a:buChar char="•"/>
            </a:pPr>
            <a:r>
              <a:rPr lang="en-US" b="1" dirty="0"/>
              <a:t>High Level Solution </a:t>
            </a:r>
            <a:r>
              <a:rPr lang="en-US" dirty="0"/>
              <a:t>: Analyzing historical embryo grades, prediction scores and implantation outcomes to identify key success indicators.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Business Objective </a:t>
            </a:r>
            <a:r>
              <a:rPr lang="en-US" dirty="0"/>
              <a:t>: Maximize the success rate of ART Procedures.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Business Constraint </a:t>
            </a:r>
            <a:r>
              <a:rPr lang="en-US" dirty="0"/>
              <a:t>: Minimize the treatment cost. </a:t>
            </a:r>
            <a:br>
              <a:rPr lang="en-US" dirty="0"/>
            </a:br>
            <a:endParaRPr lang="en-US" dirty="0"/>
          </a:p>
          <a:p>
            <a:pPr marL="285750" indent="-285750">
              <a:buFont typeface="Arial" panose="020B0604020202020204" pitchFamily="34" charset="0"/>
              <a:buChar char="•"/>
            </a:pPr>
            <a:r>
              <a:rPr lang="en-US" b="1" dirty="0"/>
              <a:t>Business Success Criteria </a:t>
            </a:r>
            <a:r>
              <a:rPr lang="en-US" dirty="0"/>
              <a:t>: Increase the success rate of ART procedures by at least 10% .</a:t>
            </a:r>
            <a:br>
              <a:rPr lang="en-US" dirty="0"/>
            </a:br>
            <a:br>
              <a:rPr lang="en-US" dirty="0"/>
            </a:br>
            <a:r>
              <a:rPr lang="en-US" b="1" dirty="0"/>
              <a:t>Economic Success Criteria </a:t>
            </a:r>
            <a:r>
              <a:rPr lang="en-US" dirty="0"/>
              <a:t>: Achieve a cost saving of at least 25% by reducing the expenditure on working with embryos of lower grading.</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gf3a8d4be09_2_92"/>
          <p:cNvSpPr txBox="1">
            <a:spLocks noGrp="1"/>
          </p:cNvSpPr>
          <p:nvPr>
            <p:ph type="title"/>
          </p:nvPr>
        </p:nvSpPr>
        <p:spPr>
          <a:xfrm>
            <a:off x="228600" y="191607"/>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Project Overview and Scope</a:t>
            </a:r>
            <a:endParaRPr sz="3200" b="1">
              <a:latin typeface="Times New Roman"/>
              <a:ea typeface="Times New Roman"/>
              <a:cs typeface="Times New Roman"/>
              <a:sym typeface="Times New Roman"/>
            </a:endParaRPr>
          </a:p>
        </p:txBody>
      </p:sp>
      <p:sp>
        <p:nvSpPr>
          <p:cNvPr id="96" name="Google Shape;96;gf3a8d4be09_2_92"/>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
        <p:nvSpPr>
          <p:cNvPr id="97" name="Google Shape;97;gf3a8d4be09_2_92"/>
          <p:cNvSpPr txBox="1"/>
          <p:nvPr/>
        </p:nvSpPr>
        <p:spPr>
          <a:xfrm>
            <a:off x="4099475" y="1187700"/>
            <a:ext cx="2164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Calibri"/>
              <a:ea typeface="Calibri"/>
              <a:cs typeface="Calibri"/>
              <a:sym typeface="Calibri"/>
            </a:endParaRPr>
          </a:p>
        </p:txBody>
      </p:sp>
      <p:sp>
        <p:nvSpPr>
          <p:cNvPr id="98" name="Google Shape;98;gf3a8d4be09_2_92"/>
          <p:cNvSpPr txBox="1"/>
          <p:nvPr/>
        </p:nvSpPr>
        <p:spPr>
          <a:xfrm>
            <a:off x="6053425" y="2493975"/>
            <a:ext cx="34098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Calibri"/>
              <a:ea typeface="Calibri"/>
              <a:cs typeface="Calibri"/>
              <a:sym typeface="Calibri"/>
            </a:endParaRPr>
          </a:p>
        </p:txBody>
      </p:sp>
      <p:sp>
        <p:nvSpPr>
          <p:cNvPr id="99" name="Google Shape;99;gf3a8d4be09_2_92"/>
          <p:cNvSpPr txBox="1"/>
          <p:nvPr/>
        </p:nvSpPr>
        <p:spPr>
          <a:xfrm>
            <a:off x="5938500" y="3792975"/>
            <a:ext cx="32757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sz="3000" b="1" i="0" u="none" strike="noStrike" cap="none">
              <a:solidFill>
                <a:srgbClr val="000000"/>
              </a:solidFill>
              <a:latin typeface="Calibri"/>
              <a:ea typeface="Calibri"/>
              <a:cs typeface="Calibri"/>
              <a:sym typeface="Calibri"/>
            </a:endParaRPr>
          </a:p>
        </p:txBody>
      </p:sp>
      <p:sp>
        <p:nvSpPr>
          <p:cNvPr id="100" name="Google Shape;100;gf3a8d4be09_2_92"/>
          <p:cNvSpPr txBox="1"/>
          <p:nvPr/>
        </p:nvSpPr>
        <p:spPr>
          <a:xfrm>
            <a:off x="-1091900" y="2720225"/>
            <a:ext cx="38886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sz="3000" b="1" i="0" u="none" strike="noStrike" cap="none">
              <a:solidFill>
                <a:srgbClr val="000000"/>
              </a:solidFill>
              <a:latin typeface="Calibri"/>
              <a:ea typeface="Calibri"/>
              <a:cs typeface="Calibri"/>
              <a:sym typeface="Calibri"/>
            </a:endParaRPr>
          </a:p>
        </p:txBody>
      </p:sp>
      <p:pic>
        <p:nvPicPr>
          <p:cNvPr id="101" name="Google Shape;101;gf3a8d4be09_2_92"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2" name="TextBox 1">
            <a:extLst>
              <a:ext uri="{FF2B5EF4-FFF2-40B4-BE49-F238E27FC236}">
                <a16:creationId xmlns:a16="http://schemas.microsoft.com/office/drawing/2014/main" id="{321DB2CF-4F71-DDF8-92B1-C6ADC2DD6199}"/>
              </a:ext>
            </a:extLst>
          </p:cNvPr>
          <p:cNvSpPr txBox="1"/>
          <p:nvPr/>
        </p:nvSpPr>
        <p:spPr>
          <a:xfrm>
            <a:off x="350715" y="755254"/>
            <a:ext cx="11405419" cy="6186309"/>
          </a:xfrm>
          <a:prstGeom prst="rect">
            <a:avLst/>
          </a:prstGeom>
          <a:noFill/>
        </p:spPr>
        <p:txBody>
          <a:bodyPr wrap="square" rtlCol="0">
            <a:spAutoFit/>
          </a:bodyPr>
          <a:lstStyle/>
          <a:p>
            <a:r>
              <a:rPr lang="en-GB" b="1" dirty="0"/>
              <a:t>Project Overview:</a:t>
            </a:r>
          </a:p>
          <a:p>
            <a:r>
              <a:rPr lang="en-GB" dirty="0"/>
              <a:t>This project </a:t>
            </a:r>
            <a:r>
              <a:rPr lang="en-GB" dirty="0" err="1"/>
              <a:t>analyzes</a:t>
            </a:r>
            <a:r>
              <a:rPr lang="en-GB" dirty="0"/>
              <a:t> historical IVF data to identify:</a:t>
            </a:r>
          </a:p>
          <a:p>
            <a:pPr marL="285750" indent="-285750">
              <a:buFont typeface="Arial" panose="020B0604020202020204" pitchFamily="34" charset="0"/>
              <a:buChar char="•"/>
            </a:pPr>
            <a:r>
              <a:rPr lang="en-GB" dirty="0"/>
              <a:t>Success factors</a:t>
            </a:r>
          </a:p>
          <a:p>
            <a:pPr marL="285750" indent="-285750">
              <a:buFont typeface="Arial" panose="020B0604020202020204" pitchFamily="34" charset="0"/>
              <a:buChar char="•"/>
            </a:pPr>
            <a:r>
              <a:rPr lang="en-GB" dirty="0"/>
              <a:t>Risk indicators</a:t>
            </a:r>
          </a:p>
          <a:p>
            <a:pPr marL="285750" indent="-285750">
              <a:buFont typeface="Arial" panose="020B0604020202020204" pitchFamily="34" charset="0"/>
              <a:buChar char="•"/>
            </a:pPr>
            <a:r>
              <a:rPr lang="en-GB" dirty="0"/>
              <a:t>Cost drivers</a:t>
            </a:r>
          </a:p>
          <a:p>
            <a:pPr marL="285750" indent="-285750">
              <a:buFont typeface="Arial" panose="020B0604020202020204" pitchFamily="34" charset="0"/>
              <a:buChar char="•"/>
            </a:pPr>
            <a:r>
              <a:rPr lang="en-GB" dirty="0"/>
              <a:t>Treatment effectiveness</a:t>
            </a:r>
          </a:p>
          <a:p>
            <a:endParaRPr lang="en-GB" dirty="0"/>
          </a:p>
          <a:p>
            <a:r>
              <a:rPr lang="en-GB" b="1" dirty="0"/>
              <a:t>Scope:</a:t>
            </a:r>
          </a:p>
          <a:p>
            <a:r>
              <a:rPr lang="en-GB" dirty="0"/>
              <a:t>Analysis of 6 interconnected datasets.</a:t>
            </a:r>
          </a:p>
          <a:p>
            <a:r>
              <a:rPr lang="en-GB" dirty="0"/>
              <a:t>Covers entire IVF journey:</a:t>
            </a:r>
          </a:p>
          <a:p>
            <a:pPr marL="285750" lvl="1" indent="-285750">
              <a:buFont typeface="Arial" panose="020B0604020202020204" pitchFamily="34" charset="0"/>
              <a:buChar char="•"/>
            </a:pPr>
            <a:r>
              <a:rPr lang="en-GB" dirty="0"/>
              <a:t>Patient profile</a:t>
            </a:r>
          </a:p>
          <a:p>
            <a:pPr marL="285750" lvl="1" indent="-285750">
              <a:buFont typeface="Arial" panose="020B0604020202020204" pitchFamily="34" charset="0"/>
              <a:buChar char="•"/>
            </a:pPr>
            <a:r>
              <a:rPr lang="en-GB" dirty="0"/>
              <a:t>Hormonal response</a:t>
            </a:r>
          </a:p>
          <a:p>
            <a:pPr marL="285750" lvl="1" indent="-285750">
              <a:buFont typeface="Arial" panose="020B0604020202020204" pitchFamily="34" charset="0"/>
              <a:buChar char="•"/>
            </a:pPr>
            <a:r>
              <a:rPr lang="en-GB" dirty="0"/>
              <a:t>IVF lab performance</a:t>
            </a:r>
          </a:p>
          <a:p>
            <a:pPr marL="285750" lvl="1" indent="-285750">
              <a:buFont typeface="Arial" panose="020B0604020202020204" pitchFamily="34" charset="0"/>
              <a:buChar char="•"/>
            </a:pPr>
            <a:r>
              <a:rPr lang="en-GB" dirty="0"/>
              <a:t>Treatment strategy comparison</a:t>
            </a:r>
          </a:p>
          <a:p>
            <a:pPr marL="285750" lvl="1" indent="-285750">
              <a:buFont typeface="Arial" panose="020B0604020202020204" pitchFamily="34" charset="0"/>
              <a:buChar char="•"/>
            </a:pPr>
            <a:r>
              <a:rPr lang="en-US" dirty="0"/>
              <a:t>Neonatal outcomes</a:t>
            </a:r>
          </a:p>
          <a:p>
            <a:pPr marL="285750" lvl="1" indent="-285750">
              <a:buFont typeface="Arial" panose="020B0604020202020204" pitchFamily="34" charset="0"/>
              <a:buChar char="•"/>
            </a:pPr>
            <a:r>
              <a:rPr lang="en-US" dirty="0"/>
              <a:t>Biomarker intelligence</a:t>
            </a:r>
          </a:p>
          <a:p>
            <a:pPr lvl="1"/>
            <a:endParaRPr lang="en-US" dirty="0"/>
          </a:p>
          <a:p>
            <a:r>
              <a:rPr lang="en-US" b="1" dirty="0"/>
              <a:t>Out of Scope:</a:t>
            </a:r>
          </a:p>
          <a:p>
            <a:pPr marL="285750" indent="-285750">
              <a:buFont typeface="Arial" panose="020B0604020202020204" pitchFamily="34" charset="0"/>
              <a:buChar char="•"/>
            </a:pPr>
            <a:r>
              <a:rPr lang="en-US" dirty="0"/>
              <a:t>Predictive ML models</a:t>
            </a:r>
          </a:p>
          <a:p>
            <a:pPr marL="285750" indent="-285750">
              <a:buFont typeface="Arial" panose="020B0604020202020204" pitchFamily="34" charset="0"/>
              <a:buChar char="•"/>
            </a:pPr>
            <a:r>
              <a:rPr lang="en-US" dirty="0"/>
              <a:t>Genetic diagnosis</a:t>
            </a:r>
          </a:p>
          <a:p>
            <a:pPr marL="285750" indent="-285750">
              <a:buFont typeface="Arial" panose="020B0604020202020204" pitchFamily="34" charset="0"/>
              <a:buChar char="•"/>
            </a:pPr>
            <a:r>
              <a:rPr lang="en-US" dirty="0"/>
              <a:t>Live clinical intervention</a:t>
            </a:r>
          </a:p>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20615829-51BD-0D57-1F7E-39CB456914C4}"/>
            </a:ext>
          </a:extLst>
        </p:cNvPr>
        <p:cNvGrpSpPr/>
        <p:nvPr/>
      </p:nvGrpSpPr>
      <p:grpSpPr>
        <a:xfrm>
          <a:off x="0" y="0"/>
          <a:ext cx="0" cy="0"/>
          <a:chOff x="0" y="0"/>
          <a:chExt cx="0" cy="0"/>
        </a:xfrm>
      </p:grpSpPr>
      <p:sp>
        <p:nvSpPr>
          <p:cNvPr id="128" name="Google Shape;128;p30">
            <a:extLst>
              <a:ext uri="{FF2B5EF4-FFF2-40B4-BE49-F238E27FC236}">
                <a16:creationId xmlns:a16="http://schemas.microsoft.com/office/drawing/2014/main" id="{2805B7EC-928E-C7D3-360C-14FE38EA768A}"/>
              </a:ext>
            </a:extLst>
          </p:cNvPr>
          <p:cNvSpPr txBox="1">
            <a:spLocks noGrp="1"/>
          </p:cNvSpPr>
          <p:nvPr>
            <p:ph type="title"/>
          </p:nvPr>
        </p:nvSpPr>
        <p:spPr>
          <a:xfrm>
            <a:off x="179439" y="167148"/>
            <a:ext cx="10515600" cy="909389"/>
          </a:xfrm>
          <a:prstGeom prst="rect">
            <a:avLst/>
          </a:prstGeom>
          <a:noFill/>
          <a:ln>
            <a:noFill/>
          </a:ln>
        </p:spPr>
        <p:txBody>
          <a:bodyPr spcFirstLastPara="1" wrap="square" lIns="91400" tIns="45675" rIns="91400" bIns="45675" anchor="ctr" anchorCtr="0">
            <a:spAutoFit/>
          </a:bodyPr>
          <a:lstStyle/>
          <a:p>
            <a:r>
              <a:rPr lang="en-US" sz="2800" b="1" dirty="0">
                <a:latin typeface="Times New Roman"/>
                <a:ea typeface="Times New Roman"/>
                <a:cs typeface="Times New Roman"/>
                <a:sym typeface="Times New Roman"/>
              </a:rPr>
              <a:t>Project Architecture - Data Flow Diagram</a:t>
            </a:r>
            <a:br>
              <a:rPr lang="en-US" dirty="0"/>
            </a:br>
            <a:endParaRPr dirty="0"/>
          </a:p>
        </p:txBody>
      </p:sp>
      <p:sp>
        <p:nvSpPr>
          <p:cNvPr id="129" name="Google Shape;129;p30">
            <a:extLst>
              <a:ext uri="{FF2B5EF4-FFF2-40B4-BE49-F238E27FC236}">
                <a16:creationId xmlns:a16="http://schemas.microsoft.com/office/drawing/2014/main" id="{1CF7A972-D5A7-41B0-A4C4-F2F73B4EF494}"/>
              </a:ext>
            </a:extLst>
          </p:cNvPr>
          <p:cNvSpPr txBox="1"/>
          <p:nvPr/>
        </p:nvSpPr>
        <p:spPr>
          <a:xfrm>
            <a:off x="876300" y="14287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0" name="Google Shape;130;p30" descr="360DigiTMG Reviews - 52 Reviews of 360digitmg.com | Sitejabber">
            <a:extLst>
              <a:ext uri="{FF2B5EF4-FFF2-40B4-BE49-F238E27FC236}">
                <a16:creationId xmlns:a16="http://schemas.microsoft.com/office/drawing/2014/main" id="{4FFD6CB5-627D-3C82-F0CA-1ADC5B43DA7B}"/>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3" name="Picture 2">
            <a:extLst>
              <a:ext uri="{FF2B5EF4-FFF2-40B4-BE49-F238E27FC236}">
                <a16:creationId xmlns:a16="http://schemas.microsoft.com/office/drawing/2014/main" id="{257F46BF-9A17-1AC0-C843-362DA1546F4A}"/>
              </a:ext>
            </a:extLst>
          </p:cNvPr>
          <p:cNvPicPr>
            <a:picLocks noChangeAspect="1"/>
          </p:cNvPicPr>
          <p:nvPr/>
        </p:nvPicPr>
        <p:blipFill>
          <a:blip r:embed="rId4"/>
          <a:stretch>
            <a:fillRect/>
          </a:stretch>
        </p:blipFill>
        <p:spPr>
          <a:xfrm>
            <a:off x="697936" y="1076537"/>
            <a:ext cx="10515600" cy="4557347"/>
          </a:xfrm>
          <a:prstGeom prst="rect">
            <a:avLst/>
          </a:prstGeom>
        </p:spPr>
      </p:pic>
    </p:spTree>
    <p:extLst>
      <p:ext uri="{BB962C8B-B14F-4D97-AF65-F5344CB8AC3E}">
        <p14:creationId xmlns:p14="http://schemas.microsoft.com/office/powerpoint/2010/main" val="1836468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D160E83-B7C3-29FB-61D0-4B8732B63B0E}"/>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9CAB59AD-5241-28AC-A6AC-5441D744EC76}"/>
              </a:ext>
            </a:extLst>
          </p:cNvPr>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Collection</a:t>
            </a:r>
            <a:endParaRPr dirty="0"/>
          </a:p>
        </p:txBody>
      </p:sp>
      <p:sp>
        <p:nvSpPr>
          <p:cNvPr id="137" name="Google Shape;137;p32">
            <a:extLst>
              <a:ext uri="{FF2B5EF4-FFF2-40B4-BE49-F238E27FC236}">
                <a16:creationId xmlns:a16="http://schemas.microsoft.com/office/drawing/2014/main" id="{E20DC6F2-CBD1-8AE2-5824-91355653133D}"/>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A6240801-A896-0C9B-7184-148C0E8743AB}"/>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15935ECA-3ED5-86AE-C321-7264C6B78C22}"/>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2" name="TextBox 1">
            <a:extLst>
              <a:ext uri="{FF2B5EF4-FFF2-40B4-BE49-F238E27FC236}">
                <a16:creationId xmlns:a16="http://schemas.microsoft.com/office/drawing/2014/main" id="{79EC5200-DF73-CFF5-23BE-1CBD81936ABF}"/>
              </a:ext>
            </a:extLst>
          </p:cNvPr>
          <p:cNvSpPr txBox="1"/>
          <p:nvPr/>
        </p:nvSpPr>
        <p:spPr>
          <a:xfrm>
            <a:off x="352095" y="1081383"/>
            <a:ext cx="11487810" cy="3108543"/>
          </a:xfrm>
          <a:prstGeom prst="rect">
            <a:avLst/>
          </a:prstGeom>
          <a:noFill/>
        </p:spPr>
        <p:txBody>
          <a:bodyPr wrap="square" rtlCol="0">
            <a:spAutoFit/>
          </a:bodyPr>
          <a:lstStyle/>
          <a:p>
            <a:r>
              <a:rPr lang="en-GB" dirty="0"/>
              <a:t>Data was collected from:</a:t>
            </a:r>
          </a:p>
          <a:p>
            <a:endParaRPr lang="en-GB" dirty="0"/>
          </a:p>
          <a:p>
            <a:pPr marL="285750" indent="-285750">
              <a:buFont typeface="Arial" panose="020B0604020202020204" pitchFamily="34" charset="0"/>
              <a:buChar char="•"/>
            </a:pPr>
            <a:r>
              <a:rPr lang="en-GB" dirty="0"/>
              <a:t>IVF clinical records</a:t>
            </a:r>
          </a:p>
          <a:p>
            <a:pPr marL="285750" indent="-285750">
              <a:buFont typeface="Arial" panose="020B0604020202020204" pitchFamily="34" charset="0"/>
              <a:buChar char="•"/>
            </a:pPr>
            <a:r>
              <a:rPr lang="en-GB" dirty="0"/>
              <a:t>Lab and embryology reports</a:t>
            </a:r>
          </a:p>
          <a:p>
            <a:pPr marL="285750" indent="-285750">
              <a:buFont typeface="Arial" panose="020B0604020202020204" pitchFamily="34" charset="0"/>
              <a:buChar char="•"/>
            </a:pPr>
            <a:r>
              <a:rPr lang="en-GB" dirty="0"/>
              <a:t>Neonatal outcome records</a:t>
            </a:r>
          </a:p>
          <a:p>
            <a:pPr marL="285750" indent="-285750">
              <a:buFont typeface="Arial" panose="020B0604020202020204" pitchFamily="34" charset="0"/>
              <a:buChar char="•"/>
            </a:pPr>
            <a:r>
              <a:rPr lang="en-GB" dirty="0"/>
              <a:t>Biomarker test results (BMP15, LIF)</a:t>
            </a:r>
          </a:p>
          <a:p>
            <a:endParaRPr lang="en-GB" dirty="0"/>
          </a:p>
          <a:p>
            <a:r>
              <a:rPr lang="en-GB" dirty="0"/>
              <a:t>All datasets were:</a:t>
            </a:r>
          </a:p>
          <a:p>
            <a:endParaRPr lang="en-GB" dirty="0"/>
          </a:p>
          <a:p>
            <a:pPr marL="285750" indent="-285750">
              <a:buFont typeface="Arial" panose="020B0604020202020204" pitchFamily="34" charset="0"/>
              <a:buChar char="•"/>
            </a:pPr>
            <a:r>
              <a:rPr lang="en-GB" dirty="0"/>
              <a:t>De-identified</a:t>
            </a:r>
          </a:p>
          <a:p>
            <a:pPr marL="285750" indent="-285750">
              <a:buFont typeface="Arial" panose="020B0604020202020204" pitchFamily="34" charset="0"/>
              <a:buChar char="•"/>
            </a:pPr>
            <a:r>
              <a:rPr lang="en-GB" dirty="0"/>
              <a:t>Stored in SQL database</a:t>
            </a:r>
          </a:p>
          <a:p>
            <a:pPr marL="285750" indent="-285750">
              <a:buFont typeface="Arial" panose="020B0604020202020204" pitchFamily="34" charset="0"/>
              <a:buChar char="•"/>
            </a:pPr>
            <a:r>
              <a:rPr lang="en-GB" dirty="0"/>
              <a:t>Pre-Processed and cleaned the datasets</a:t>
            </a:r>
          </a:p>
          <a:p>
            <a:pPr marL="285750" indent="-285750">
              <a:buFont typeface="Arial" panose="020B0604020202020204" pitchFamily="34" charset="0"/>
              <a:buChar char="•"/>
            </a:pPr>
            <a:r>
              <a:rPr lang="en-GB" dirty="0"/>
              <a:t>Imported into Power BI for analysis</a:t>
            </a:r>
          </a:p>
          <a:p>
            <a:endParaRPr lang="en-GB" dirty="0"/>
          </a:p>
        </p:txBody>
      </p:sp>
    </p:spTree>
    <p:extLst>
      <p:ext uri="{BB962C8B-B14F-4D97-AF65-F5344CB8AC3E}">
        <p14:creationId xmlns:p14="http://schemas.microsoft.com/office/powerpoint/2010/main" val="1963648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245807" y="152715"/>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Dictionary </a:t>
            </a:r>
            <a:endParaRPr sz="3200" b="1" dirty="0">
              <a:latin typeface="Times New Roman"/>
              <a:ea typeface="Times New Roman"/>
              <a:cs typeface="Times New Roman"/>
              <a:sym typeface="Times New Roman"/>
            </a:endParaRPr>
          </a:p>
        </p:txBody>
      </p:sp>
      <p:pic>
        <p:nvPicPr>
          <p:cNvPr id="107" name="Google Shape;107;p15" descr="360DigiTMG Reviews - 52 Reviews of 360digitmg.com | Sitejabber"/>
          <p:cNvPicPr preferRelativeResize="0"/>
          <p:nvPr/>
        </p:nvPicPr>
        <p:blipFill rotWithShape="1">
          <a:blip r:embed="rId3">
            <a:alphaModFix/>
          </a:blip>
          <a:srcRect/>
          <a:stretch/>
        </p:blipFill>
        <p:spPr>
          <a:xfrm>
            <a:off x="9692919" y="5896947"/>
            <a:ext cx="2277039" cy="808338"/>
          </a:xfrm>
          <a:prstGeom prst="rect">
            <a:avLst/>
          </a:prstGeom>
          <a:noFill/>
          <a:ln>
            <a:noFill/>
          </a:ln>
        </p:spPr>
      </p:pic>
      <p:graphicFrame>
        <p:nvGraphicFramePr>
          <p:cNvPr id="2" name="Table 1">
            <a:extLst>
              <a:ext uri="{FF2B5EF4-FFF2-40B4-BE49-F238E27FC236}">
                <a16:creationId xmlns:a16="http://schemas.microsoft.com/office/drawing/2014/main" id="{5633276C-8DC7-5278-095C-9214BC95A57E}"/>
              </a:ext>
            </a:extLst>
          </p:cNvPr>
          <p:cNvGraphicFramePr>
            <a:graphicFrameLocks noGrp="1"/>
          </p:cNvGraphicFramePr>
          <p:nvPr>
            <p:extLst>
              <p:ext uri="{D42A27DB-BD31-4B8C-83A1-F6EECF244321}">
                <p14:modId xmlns:p14="http://schemas.microsoft.com/office/powerpoint/2010/main" val="1428345501"/>
              </p:ext>
            </p:extLst>
          </p:nvPr>
        </p:nvGraphicFramePr>
        <p:xfrm>
          <a:off x="464574" y="943896"/>
          <a:ext cx="10515600" cy="3721074"/>
        </p:xfrm>
        <a:graphic>
          <a:graphicData uri="http://schemas.openxmlformats.org/drawingml/2006/table">
            <a:tbl>
              <a:tblPr/>
              <a:tblGrid>
                <a:gridCol w="2628900">
                  <a:extLst>
                    <a:ext uri="{9D8B030D-6E8A-4147-A177-3AD203B41FA5}">
                      <a16:colId xmlns:a16="http://schemas.microsoft.com/office/drawing/2014/main" val="3119280245"/>
                    </a:ext>
                  </a:extLst>
                </a:gridCol>
                <a:gridCol w="2628900">
                  <a:extLst>
                    <a:ext uri="{9D8B030D-6E8A-4147-A177-3AD203B41FA5}">
                      <a16:colId xmlns:a16="http://schemas.microsoft.com/office/drawing/2014/main" val="3508631184"/>
                    </a:ext>
                  </a:extLst>
                </a:gridCol>
                <a:gridCol w="2628900">
                  <a:extLst>
                    <a:ext uri="{9D8B030D-6E8A-4147-A177-3AD203B41FA5}">
                      <a16:colId xmlns:a16="http://schemas.microsoft.com/office/drawing/2014/main" val="2282304315"/>
                    </a:ext>
                  </a:extLst>
                </a:gridCol>
                <a:gridCol w="2628900">
                  <a:extLst>
                    <a:ext uri="{9D8B030D-6E8A-4147-A177-3AD203B41FA5}">
                      <a16:colId xmlns:a16="http://schemas.microsoft.com/office/drawing/2014/main" val="927358829"/>
                    </a:ext>
                  </a:extLst>
                </a:gridCol>
              </a:tblGrid>
              <a:tr h="531582">
                <a:tc>
                  <a:txBody>
                    <a:bodyPr/>
                    <a:lstStyle/>
                    <a:p>
                      <a:pPr>
                        <a:buNone/>
                      </a:pPr>
                      <a:endParaRPr lang="en-GB" dirty="0"/>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4277793723"/>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940142204"/>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695295474"/>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641886825"/>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814854760"/>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1848800048"/>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extLst>
                  <a:ext uri="{0D108BD9-81ED-4DB2-BD59-A6C34878D82A}">
                    <a16:rowId xmlns:a16="http://schemas.microsoft.com/office/drawing/2014/main" val="2170923197"/>
                  </a:ext>
                </a:extLst>
              </a:tr>
            </a:tbl>
          </a:graphicData>
        </a:graphic>
      </p:graphicFrame>
      <p:graphicFrame>
        <p:nvGraphicFramePr>
          <p:cNvPr id="3" name="Table 2">
            <a:extLst>
              <a:ext uri="{FF2B5EF4-FFF2-40B4-BE49-F238E27FC236}">
                <a16:creationId xmlns:a16="http://schemas.microsoft.com/office/drawing/2014/main" id="{483B0367-F848-599B-40E2-80A7F168E046}"/>
              </a:ext>
            </a:extLst>
          </p:cNvPr>
          <p:cNvGraphicFramePr>
            <a:graphicFrameLocks noGrp="1"/>
          </p:cNvGraphicFramePr>
          <p:nvPr>
            <p:extLst>
              <p:ext uri="{D42A27DB-BD31-4B8C-83A1-F6EECF244321}">
                <p14:modId xmlns:p14="http://schemas.microsoft.com/office/powerpoint/2010/main" val="3973291937"/>
              </p:ext>
            </p:extLst>
          </p:nvPr>
        </p:nvGraphicFramePr>
        <p:xfrm>
          <a:off x="560439" y="943896"/>
          <a:ext cx="10848859" cy="5479016"/>
        </p:xfrm>
        <a:graphic>
          <a:graphicData uri="http://schemas.openxmlformats.org/drawingml/2006/table">
            <a:tbl>
              <a:tblPr/>
              <a:tblGrid>
                <a:gridCol w="2176499">
                  <a:extLst>
                    <a:ext uri="{9D8B030D-6E8A-4147-A177-3AD203B41FA5}">
                      <a16:colId xmlns:a16="http://schemas.microsoft.com/office/drawing/2014/main" val="2164505770"/>
                    </a:ext>
                  </a:extLst>
                </a:gridCol>
                <a:gridCol w="2168090">
                  <a:extLst>
                    <a:ext uri="{9D8B030D-6E8A-4147-A177-3AD203B41FA5}">
                      <a16:colId xmlns:a16="http://schemas.microsoft.com/office/drawing/2014/main" val="3507879304"/>
                    </a:ext>
                  </a:extLst>
                </a:gridCol>
                <a:gridCol w="2168090">
                  <a:extLst>
                    <a:ext uri="{9D8B030D-6E8A-4147-A177-3AD203B41FA5}">
                      <a16:colId xmlns:a16="http://schemas.microsoft.com/office/drawing/2014/main" val="3909104552"/>
                    </a:ext>
                  </a:extLst>
                </a:gridCol>
                <a:gridCol w="2168090">
                  <a:extLst>
                    <a:ext uri="{9D8B030D-6E8A-4147-A177-3AD203B41FA5}">
                      <a16:colId xmlns:a16="http://schemas.microsoft.com/office/drawing/2014/main" val="4284595816"/>
                    </a:ext>
                  </a:extLst>
                </a:gridCol>
                <a:gridCol w="2168090">
                  <a:extLst>
                    <a:ext uri="{9D8B030D-6E8A-4147-A177-3AD203B41FA5}">
                      <a16:colId xmlns:a16="http://schemas.microsoft.com/office/drawing/2014/main" val="1972949928"/>
                    </a:ext>
                  </a:extLst>
                </a:gridCol>
              </a:tblGrid>
              <a:tr h="187297">
                <a:tc>
                  <a:txBody>
                    <a:bodyPr/>
                    <a:lstStyle/>
                    <a:p>
                      <a:pPr>
                        <a:buNone/>
                      </a:pPr>
                      <a:r>
                        <a:rPr lang="en-GB" sz="1000" b="1" dirty="0"/>
                        <a:t>Column Name</a:t>
                      </a:r>
                    </a:p>
                  </a:txBody>
                  <a:tcPr marL="46127" marR="46127" marT="23064" marB="23064" anchor="ctr">
                    <a:lnL>
                      <a:noFill/>
                    </a:lnL>
                    <a:lnR>
                      <a:noFill/>
                    </a:lnR>
                    <a:lnT>
                      <a:noFill/>
                    </a:lnT>
                    <a:lnB>
                      <a:noFill/>
                    </a:lnB>
                    <a:noFill/>
                  </a:tcPr>
                </a:tc>
                <a:tc>
                  <a:txBody>
                    <a:bodyPr/>
                    <a:lstStyle/>
                    <a:p>
                      <a:pPr>
                        <a:buNone/>
                      </a:pPr>
                      <a:r>
                        <a:rPr lang="en-GB" sz="1000" b="1" dirty="0"/>
                        <a:t>Description</a:t>
                      </a:r>
                    </a:p>
                  </a:txBody>
                  <a:tcPr marL="46127" marR="46127" marT="23064" marB="23064" anchor="ctr">
                    <a:lnL>
                      <a:noFill/>
                    </a:lnL>
                    <a:lnR>
                      <a:noFill/>
                    </a:lnR>
                    <a:lnT>
                      <a:noFill/>
                    </a:lnT>
                    <a:lnB>
                      <a:noFill/>
                    </a:lnB>
                    <a:noFill/>
                  </a:tcPr>
                </a:tc>
                <a:tc>
                  <a:txBody>
                    <a:bodyPr/>
                    <a:lstStyle/>
                    <a:p>
                      <a:pPr>
                        <a:buNone/>
                      </a:pPr>
                      <a:r>
                        <a:rPr lang="en-GB" sz="1000" b="1" dirty="0"/>
                        <a:t>Data Type</a:t>
                      </a:r>
                    </a:p>
                  </a:txBody>
                  <a:tcPr marL="46127" marR="46127" marT="23064" marB="23064" anchor="ctr">
                    <a:lnL>
                      <a:noFill/>
                    </a:lnL>
                    <a:lnR>
                      <a:noFill/>
                    </a:lnR>
                    <a:lnT>
                      <a:noFill/>
                    </a:lnT>
                    <a:lnB>
                      <a:noFill/>
                    </a:lnB>
                    <a:noFill/>
                  </a:tcPr>
                </a:tc>
                <a:tc>
                  <a:txBody>
                    <a:bodyPr/>
                    <a:lstStyle/>
                    <a:p>
                      <a:pPr>
                        <a:buNone/>
                      </a:pPr>
                      <a:r>
                        <a:rPr lang="en-GB" sz="1000" b="1" dirty="0"/>
                        <a:t>Unit / Values</a:t>
                      </a:r>
                    </a:p>
                  </a:txBody>
                  <a:tcPr marL="46127" marR="46127" marT="23064" marB="23064" anchor="ctr">
                    <a:lnL>
                      <a:noFill/>
                    </a:lnL>
                    <a:lnR>
                      <a:noFill/>
                    </a:lnR>
                    <a:lnT>
                      <a:noFill/>
                    </a:lnT>
                    <a:lnB>
                      <a:noFill/>
                    </a:lnB>
                    <a:noFill/>
                  </a:tcPr>
                </a:tc>
                <a:tc>
                  <a:txBody>
                    <a:bodyPr/>
                    <a:lstStyle/>
                    <a:p>
                      <a:pPr>
                        <a:buNone/>
                      </a:pPr>
                      <a:r>
                        <a:rPr lang="en-GB" sz="1000" b="1" dirty="0"/>
                        <a:t>Relevance</a:t>
                      </a:r>
                    </a:p>
                  </a:txBody>
                  <a:tcPr marL="46127" marR="46127" marT="23064" marB="23064" anchor="ctr">
                    <a:lnL>
                      <a:noFill/>
                    </a:lnL>
                    <a:lnR>
                      <a:noFill/>
                    </a:lnR>
                    <a:lnT>
                      <a:noFill/>
                    </a:lnT>
                    <a:lnB>
                      <a:noFill/>
                    </a:lnB>
                    <a:noFill/>
                  </a:tcPr>
                </a:tc>
                <a:extLst>
                  <a:ext uri="{0D108BD9-81ED-4DB2-BD59-A6C34878D82A}">
                    <a16:rowId xmlns:a16="http://schemas.microsoft.com/office/drawing/2014/main" val="4129019344"/>
                  </a:ext>
                </a:extLst>
              </a:tr>
              <a:tr h="318403">
                <a:tc>
                  <a:txBody>
                    <a:bodyPr/>
                    <a:lstStyle/>
                    <a:p>
                      <a:pPr>
                        <a:buNone/>
                      </a:pPr>
                      <a:r>
                        <a:rPr lang="en-GB" sz="1000"/>
                        <a:t>patient_name_and_surname</a:t>
                      </a:r>
                    </a:p>
                  </a:txBody>
                  <a:tcPr marL="46127" marR="46127" marT="23064" marB="23064" anchor="ctr">
                    <a:lnL>
                      <a:noFill/>
                    </a:lnL>
                    <a:lnR>
                      <a:noFill/>
                    </a:lnR>
                    <a:lnT>
                      <a:noFill/>
                    </a:lnT>
                    <a:lnB>
                      <a:noFill/>
                    </a:lnB>
                    <a:noFill/>
                  </a:tcPr>
                </a:tc>
                <a:tc>
                  <a:txBody>
                    <a:bodyPr/>
                    <a:lstStyle/>
                    <a:p>
                      <a:pPr>
                        <a:buNone/>
                      </a:pPr>
                      <a:r>
                        <a:rPr lang="en-GB" sz="1000" dirty="0"/>
                        <a:t>Patient identifier (anonymized)</a:t>
                      </a:r>
                    </a:p>
                  </a:txBody>
                  <a:tcPr marL="46127" marR="46127" marT="23064" marB="23064" anchor="ctr">
                    <a:lnL>
                      <a:noFill/>
                    </a:lnL>
                    <a:lnR>
                      <a:noFill/>
                    </a:lnR>
                    <a:lnT>
                      <a:noFill/>
                    </a:lnT>
                    <a:lnB>
                      <a:noFill/>
                    </a:lnB>
                    <a:noFill/>
                  </a:tcPr>
                </a:tc>
                <a:tc>
                  <a:txBody>
                    <a:bodyPr/>
                    <a:lstStyle/>
                    <a:p>
                      <a:pPr>
                        <a:buNone/>
                      </a:pPr>
                      <a:r>
                        <a:rPr lang="en-GB" sz="1000"/>
                        <a:t>Text</a:t>
                      </a:r>
                    </a:p>
                  </a:txBody>
                  <a:tcPr marL="46127" marR="46127" marT="23064" marB="23064" anchor="ctr">
                    <a:lnL>
                      <a:noFill/>
                    </a:lnL>
                    <a:lnR>
                      <a:noFill/>
                    </a:lnR>
                    <a:lnT>
                      <a:noFill/>
                    </a:lnT>
                    <a:lnB>
                      <a:noFill/>
                    </a:lnB>
                    <a:noFill/>
                  </a:tcPr>
                </a:tc>
                <a:tc>
                  <a:txBody>
                    <a:bodyPr/>
                    <a:lstStyle/>
                    <a:p>
                      <a:pPr>
                        <a:buNone/>
                      </a:pPr>
                      <a:r>
                        <a:rPr lang="en-GB" sz="1000" dirty="0"/>
                        <a:t>—</a:t>
                      </a:r>
                    </a:p>
                  </a:txBody>
                  <a:tcPr marL="46127" marR="46127" marT="23064" marB="23064" anchor="ctr">
                    <a:lnL>
                      <a:noFill/>
                    </a:lnL>
                    <a:lnR>
                      <a:noFill/>
                    </a:lnR>
                    <a:lnT>
                      <a:noFill/>
                    </a:lnT>
                    <a:lnB>
                      <a:noFill/>
                    </a:lnB>
                    <a:noFill/>
                  </a:tcPr>
                </a:tc>
                <a:tc>
                  <a:txBody>
                    <a:bodyPr/>
                    <a:lstStyle/>
                    <a:p>
                      <a:pPr>
                        <a:buNone/>
                      </a:pPr>
                      <a:r>
                        <a:rPr lang="en-GB" sz="1000" dirty="0"/>
                        <a:t>Low</a:t>
                      </a:r>
                    </a:p>
                  </a:txBody>
                  <a:tcPr marL="46127" marR="46127" marT="23064" marB="23064" anchor="ctr">
                    <a:lnL>
                      <a:noFill/>
                    </a:lnL>
                    <a:lnR>
                      <a:noFill/>
                    </a:lnR>
                    <a:lnT>
                      <a:noFill/>
                    </a:lnT>
                    <a:lnB>
                      <a:noFill/>
                    </a:lnB>
                    <a:noFill/>
                  </a:tcPr>
                </a:tc>
                <a:extLst>
                  <a:ext uri="{0D108BD9-81ED-4DB2-BD59-A6C34878D82A}">
                    <a16:rowId xmlns:a16="http://schemas.microsoft.com/office/drawing/2014/main" val="1971801198"/>
                  </a:ext>
                </a:extLst>
              </a:tr>
              <a:tr h="187297">
                <a:tc>
                  <a:txBody>
                    <a:bodyPr/>
                    <a:lstStyle/>
                    <a:p>
                      <a:pPr>
                        <a:buNone/>
                      </a:pPr>
                      <a:r>
                        <a:rPr lang="en-GB" sz="1000"/>
                        <a:t>age</a:t>
                      </a:r>
                    </a:p>
                  </a:txBody>
                  <a:tcPr marL="46127" marR="46127" marT="23064" marB="23064" anchor="ctr">
                    <a:lnL>
                      <a:noFill/>
                    </a:lnL>
                    <a:lnR>
                      <a:noFill/>
                    </a:lnR>
                    <a:lnT>
                      <a:noFill/>
                    </a:lnT>
                    <a:lnB>
                      <a:noFill/>
                    </a:lnB>
                    <a:noFill/>
                  </a:tcPr>
                </a:tc>
                <a:tc>
                  <a:txBody>
                    <a:bodyPr/>
                    <a:lstStyle/>
                    <a:p>
                      <a:pPr>
                        <a:buNone/>
                      </a:pPr>
                      <a:r>
                        <a:rPr lang="en-GB" sz="1000"/>
                        <a:t>Female patient age</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Years</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3819157138"/>
                  </a:ext>
                </a:extLst>
              </a:tr>
              <a:tr h="187297">
                <a:tc>
                  <a:txBody>
                    <a:bodyPr/>
                    <a:lstStyle/>
                    <a:p>
                      <a:pPr>
                        <a:buNone/>
                      </a:pPr>
                      <a:r>
                        <a:rPr lang="en-GB" sz="1000"/>
                        <a:t>spouse_age</a:t>
                      </a:r>
                    </a:p>
                  </a:txBody>
                  <a:tcPr marL="46127" marR="46127" marT="23064" marB="23064" anchor="ctr">
                    <a:lnL>
                      <a:noFill/>
                    </a:lnL>
                    <a:lnR>
                      <a:noFill/>
                    </a:lnR>
                    <a:lnT>
                      <a:noFill/>
                    </a:lnT>
                    <a:lnB>
                      <a:noFill/>
                    </a:lnB>
                    <a:noFill/>
                  </a:tcPr>
                </a:tc>
                <a:tc>
                  <a:txBody>
                    <a:bodyPr/>
                    <a:lstStyle/>
                    <a:p>
                      <a:pPr>
                        <a:buNone/>
                      </a:pPr>
                      <a:r>
                        <a:rPr lang="en-GB" sz="1000"/>
                        <a:t>Male partner age</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Years</a:t>
                      </a:r>
                    </a:p>
                  </a:txBody>
                  <a:tcPr marL="46127" marR="46127" marT="23064" marB="23064" anchor="ctr">
                    <a:lnL>
                      <a:noFill/>
                    </a:lnL>
                    <a:lnR>
                      <a:noFill/>
                    </a:lnR>
                    <a:lnT>
                      <a:noFill/>
                    </a:lnT>
                    <a:lnB>
                      <a:noFill/>
                    </a:lnB>
                    <a:noFill/>
                  </a:tcPr>
                </a:tc>
                <a:tc>
                  <a:txBody>
                    <a:bodyPr/>
                    <a:lstStyle/>
                    <a:p>
                      <a:pPr>
                        <a:buNone/>
                      </a:pPr>
                      <a:r>
                        <a:rPr lang="en-GB" sz="1000" dirty="0"/>
                        <a:t>Medium</a:t>
                      </a:r>
                    </a:p>
                  </a:txBody>
                  <a:tcPr marL="46127" marR="46127" marT="23064" marB="23064" anchor="ctr">
                    <a:lnL>
                      <a:noFill/>
                    </a:lnL>
                    <a:lnR>
                      <a:noFill/>
                    </a:lnR>
                    <a:lnT>
                      <a:noFill/>
                    </a:lnT>
                    <a:lnB>
                      <a:noFill/>
                    </a:lnB>
                    <a:noFill/>
                  </a:tcPr>
                </a:tc>
                <a:extLst>
                  <a:ext uri="{0D108BD9-81ED-4DB2-BD59-A6C34878D82A}">
                    <a16:rowId xmlns:a16="http://schemas.microsoft.com/office/drawing/2014/main" val="808347253"/>
                  </a:ext>
                </a:extLst>
              </a:tr>
              <a:tr h="318403">
                <a:tc>
                  <a:txBody>
                    <a:bodyPr/>
                    <a:lstStyle/>
                    <a:p>
                      <a:pPr>
                        <a:buNone/>
                      </a:pPr>
                      <a:r>
                        <a:rPr lang="en-GB" sz="1000"/>
                        <a:t>clinical_pregnancy</a:t>
                      </a:r>
                    </a:p>
                  </a:txBody>
                  <a:tcPr marL="46127" marR="46127" marT="23064" marB="23064" anchor="ctr">
                    <a:lnL>
                      <a:noFill/>
                    </a:lnL>
                    <a:lnR>
                      <a:noFill/>
                    </a:lnR>
                    <a:lnT>
                      <a:noFill/>
                    </a:lnT>
                    <a:lnB>
                      <a:noFill/>
                    </a:lnB>
                    <a:noFill/>
                  </a:tcPr>
                </a:tc>
                <a:tc>
                  <a:txBody>
                    <a:bodyPr/>
                    <a:lstStyle/>
                    <a:p>
                      <a:pPr>
                        <a:buNone/>
                      </a:pPr>
                      <a:r>
                        <a:rPr lang="en-GB" sz="1000"/>
                        <a:t>Clinical pregnancy outcome</a:t>
                      </a:r>
                    </a:p>
                  </a:txBody>
                  <a:tcPr marL="46127" marR="46127" marT="23064" marB="23064" anchor="ctr">
                    <a:lnL>
                      <a:noFill/>
                    </a:lnL>
                    <a:lnR>
                      <a:noFill/>
                    </a:lnR>
                    <a:lnT>
                      <a:noFill/>
                    </a:lnT>
                    <a:lnB>
                      <a:noFill/>
                    </a:lnB>
                    <a:noFill/>
                  </a:tcPr>
                </a:tc>
                <a:tc>
                  <a:txBody>
                    <a:bodyPr/>
                    <a:lstStyle/>
                    <a:p>
                      <a:pPr>
                        <a:buNone/>
                      </a:pPr>
                      <a:r>
                        <a:rPr lang="en-GB" sz="1000"/>
                        <a:t>Binary</a:t>
                      </a:r>
                    </a:p>
                  </a:txBody>
                  <a:tcPr marL="46127" marR="46127" marT="23064" marB="23064" anchor="ctr">
                    <a:lnL>
                      <a:noFill/>
                    </a:lnL>
                    <a:lnR>
                      <a:noFill/>
                    </a:lnR>
                    <a:lnT>
                      <a:noFill/>
                    </a:lnT>
                    <a:lnB>
                      <a:noFill/>
                    </a:lnB>
                    <a:noFill/>
                  </a:tcPr>
                </a:tc>
                <a:tc>
                  <a:txBody>
                    <a:bodyPr/>
                    <a:lstStyle/>
                    <a:p>
                      <a:pPr>
                        <a:buNone/>
                      </a:pPr>
                      <a:r>
                        <a:rPr lang="en-GB" sz="1000"/>
                        <a:t>1 = Yes, 0 = No</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3729471409"/>
                  </a:ext>
                </a:extLst>
              </a:tr>
              <a:tr h="187297">
                <a:tc>
                  <a:txBody>
                    <a:bodyPr/>
                    <a:lstStyle/>
                    <a:p>
                      <a:pPr>
                        <a:buNone/>
                      </a:pPr>
                      <a:r>
                        <a:rPr lang="en-GB" sz="1000"/>
                        <a:t>live_birth</a:t>
                      </a:r>
                    </a:p>
                  </a:txBody>
                  <a:tcPr marL="46127" marR="46127" marT="23064" marB="23064" anchor="ctr">
                    <a:lnL>
                      <a:noFill/>
                    </a:lnL>
                    <a:lnR>
                      <a:noFill/>
                    </a:lnR>
                    <a:lnT>
                      <a:noFill/>
                    </a:lnT>
                    <a:lnB>
                      <a:noFill/>
                    </a:lnB>
                    <a:noFill/>
                  </a:tcPr>
                </a:tc>
                <a:tc>
                  <a:txBody>
                    <a:bodyPr/>
                    <a:lstStyle/>
                    <a:p>
                      <a:pPr>
                        <a:buNone/>
                      </a:pPr>
                      <a:r>
                        <a:rPr lang="en-GB" sz="1000"/>
                        <a:t>Live birth outcome</a:t>
                      </a:r>
                    </a:p>
                  </a:txBody>
                  <a:tcPr marL="46127" marR="46127" marT="23064" marB="23064" anchor="ctr">
                    <a:lnL>
                      <a:noFill/>
                    </a:lnL>
                    <a:lnR>
                      <a:noFill/>
                    </a:lnR>
                    <a:lnT>
                      <a:noFill/>
                    </a:lnT>
                    <a:lnB>
                      <a:noFill/>
                    </a:lnB>
                    <a:noFill/>
                  </a:tcPr>
                </a:tc>
                <a:tc>
                  <a:txBody>
                    <a:bodyPr/>
                    <a:lstStyle/>
                    <a:p>
                      <a:pPr>
                        <a:buNone/>
                      </a:pPr>
                      <a:r>
                        <a:rPr lang="en-GB" sz="1000"/>
                        <a:t>Binary</a:t>
                      </a:r>
                    </a:p>
                  </a:txBody>
                  <a:tcPr marL="46127" marR="46127" marT="23064" marB="23064" anchor="ctr">
                    <a:lnL>
                      <a:noFill/>
                    </a:lnL>
                    <a:lnR>
                      <a:noFill/>
                    </a:lnR>
                    <a:lnT>
                      <a:noFill/>
                    </a:lnT>
                    <a:lnB>
                      <a:noFill/>
                    </a:lnB>
                    <a:noFill/>
                  </a:tcPr>
                </a:tc>
                <a:tc>
                  <a:txBody>
                    <a:bodyPr/>
                    <a:lstStyle/>
                    <a:p>
                      <a:pPr>
                        <a:buNone/>
                      </a:pPr>
                      <a:r>
                        <a:rPr lang="en-GB" sz="1000"/>
                        <a:t>1 = Yes, 0 = No</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2228927857"/>
                  </a:ext>
                </a:extLst>
              </a:tr>
              <a:tr h="187297">
                <a:tc>
                  <a:txBody>
                    <a:bodyPr/>
                    <a:lstStyle/>
                    <a:p>
                      <a:pPr>
                        <a:buNone/>
                      </a:pPr>
                      <a:r>
                        <a:rPr lang="en-GB" sz="1000"/>
                        <a:t>week_of_birth</a:t>
                      </a:r>
                    </a:p>
                  </a:txBody>
                  <a:tcPr marL="46127" marR="46127" marT="23064" marB="23064" anchor="ctr">
                    <a:lnL>
                      <a:noFill/>
                    </a:lnL>
                    <a:lnR>
                      <a:noFill/>
                    </a:lnR>
                    <a:lnT>
                      <a:noFill/>
                    </a:lnT>
                    <a:lnB>
                      <a:noFill/>
                    </a:lnB>
                    <a:noFill/>
                  </a:tcPr>
                </a:tc>
                <a:tc>
                  <a:txBody>
                    <a:bodyPr/>
                    <a:lstStyle/>
                    <a:p>
                      <a:pPr>
                        <a:buNone/>
                      </a:pPr>
                      <a:r>
                        <a:rPr lang="en-GB" sz="1000"/>
                        <a:t>Gestational age at birth</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Weeks</a:t>
                      </a:r>
                    </a:p>
                  </a:txBody>
                  <a:tcPr marL="46127" marR="46127" marT="23064" marB="23064" anchor="ctr">
                    <a:lnL>
                      <a:noFill/>
                    </a:lnL>
                    <a:lnR>
                      <a:noFill/>
                    </a:lnR>
                    <a:lnT>
                      <a:noFill/>
                    </a:lnT>
                    <a:lnB>
                      <a:noFill/>
                    </a:lnB>
                    <a:noFill/>
                  </a:tcPr>
                </a:tc>
                <a:tc>
                  <a:txBody>
                    <a:bodyPr/>
                    <a:lstStyle/>
                    <a:p>
                      <a:pPr>
                        <a:buNone/>
                      </a:pPr>
                      <a:r>
                        <a:rPr lang="en-GB" sz="1000" dirty="0"/>
                        <a:t>Medium</a:t>
                      </a:r>
                    </a:p>
                  </a:txBody>
                  <a:tcPr marL="46127" marR="46127" marT="23064" marB="23064" anchor="ctr">
                    <a:lnL>
                      <a:noFill/>
                    </a:lnL>
                    <a:lnR>
                      <a:noFill/>
                    </a:lnR>
                    <a:lnT>
                      <a:noFill/>
                    </a:lnT>
                    <a:lnB>
                      <a:noFill/>
                    </a:lnB>
                    <a:noFill/>
                  </a:tcPr>
                </a:tc>
                <a:extLst>
                  <a:ext uri="{0D108BD9-81ED-4DB2-BD59-A6C34878D82A}">
                    <a16:rowId xmlns:a16="http://schemas.microsoft.com/office/drawing/2014/main" val="4208779678"/>
                  </a:ext>
                </a:extLst>
              </a:tr>
              <a:tr h="318403">
                <a:tc>
                  <a:txBody>
                    <a:bodyPr/>
                    <a:lstStyle/>
                    <a:p>
                      <a:pPr>
                        <a:buNone/>
                      </a:pPr>
                      <a:r>
                        <a:rPr lang="en-GB" sz="1000"/>
                        <a:t>neonatal_death</a:t>
                      </a:r>
                    </a:p>
                  </a:txBody>
                  <a:tcPr marL="46127" marR="46127" marT="23064" marB="23064" anchor="ctr">
                    <a:lnL>
                      <a:noFill/>
                    </a:lnL>
                    <a:lnR>
                      <a:noFill/>
                    </a:lnR>
                    <a:lnT>
                      <a:noFill/>
                    </a:lnT>
                    <a:lnB>
                      <a:noFill/>
                    </a:lnB>
                    <a:noFill/>
                  </a:tcPr>
                </a:tc>
                <a:tc>
                  <a:txBody>
                    <a:bodyPr/>
                    <a:lstStyle/>
                    <a:p>
                      <a:pPr>
                        <a:buNone/>
                      </a:pPr>
                      <a:r>
                        <a:rPr lang="en-GB" sz="1000" dirty="0"/>
                        <a:t>Neonatal death indicator</a:t>
                      </a:r>
                    </a:p>
                  </a:txBody>
                  <a:tcPr marL="46127" marR="46127" marT="23064" marB="23064" anchor="ctr">
                    <a:lnL>
                      <a:noFill/>
                    </a:lnL>
                    <a:lnR>
                      <a:noFill/>
                    </a:lnR>
                    <a:lnT>
                      <a:noFill/>
                    </a:lnT>
                    <a:lnB>
                      <a:noFill/>
                    </a:lnB>
                    <a:noFill/>
                  </a:tcPr>
                </a:tc>
                <a:tc>
                  <a:txBody>
                    <a:bodyPr/>
                    <a:lstStyle/>
                    <a:p>
                      <a:pPr>
                        <a:buNone/>
                      </a:pPr>
                      <a:r>
                        <a:rPr lang="en-GB" sz="1000"/>
                        <a:t>Binary</a:t>
                      </a:r>
                    </a:p>
                  </a:txBody>
                  <a:tcPr marL="46127" marR="46127" marT="23064" marB="23064" anchor="ctr">
                    <a:lnL>
                      <a:noFill/>
                    </a:lnL>
                    <a:lnR>
                      <a:noFill/>
                    </a:lnR>
                    <a:lnT>
                      <a:noFill/>
                    </a:lnT>
                    <a:lnB>
                      <a:noFill/>
                    </a:lnB>
                    <a:noFill/>
                  </a:tcPr>
                </a:tc>
                <a:tc>
                  <a:txBody>
                    <a:bodyPr/>
                    <a:lstStyle/>
                    <a:p>
                      <a:pPr>
                        <a:buNone/>
                      </a:pPr>
                      <a:r>
                        <a:rPr lang="en-GB" sz="1000"/>
                        <a:t>1 = Yes, 0 = No</a:t>
                      </a:r>
                    </a:p>
                  </a:txBody>
                  <a:tcPr marL="46127" marR="46127" marT="23064" marB="23064" anchor="ctr">
                    <a:lnL>
                      <a:noFill/>
                    </a:lnL>
                    <a:lnR>
                      <a:noFill/>
                    </a:lnR>
                    <a:lnT>
                      <a:noFill/>
                    </a:lnT>
                    <a:lnB>
                      <a:noFill/>
                    </a:lnB>
                    <a:noFill/>
                  </a:tcPr>
                </a:tc>
                <a:tc>
                  <a:txBody>
                    <a:bodyPr/>
                    <a:lstStyle/>
                    <a:p>
                      <a:pPr>
                        <a:buNone/>
                      </a:pPr>
                      <a:r>
                        <a:rPr lang="en-GB" sz="1000" dirty="0"/>
                        <a:t>Medium</a:t>
                      </a:r>
                    </a:p>
                  </a:txBody>
                  <a:tcPr marL="46127" marR="46127" marT="23064" marB="23064" anchor="ctr">
                    <a:lnL>
                      <a:noFill/>
                    </a:lnL>
                    <a:lnR>
                      <a:noFill/>
                    </a:lnR>
                    <a:lnT>
                      <a:noFill/>
                    </a:lnT>
                    <a:lnB>
                      <a:noFill/>
                    </a:lnB>
                    <a:noFill/>
                  </a:tcPr>
                </a:tc>
                <a:extLst>
                  <a:ext uri="{0D108BD9-81ED-4DB2-BD59-A6C34878D82A}">
                    <a16:rowId xmlns:a16="http://schemas.microsoft.com/office/drawing/2014/main" val="3801045079"/>
                  </a:ext>
                </a:extLst>
              </a:tr>
              <a:tr h="318403">
                <a:tc>
                  <a:txBody>
                    <a:bodyPr/>
                    <a:lstStyle/>
                    <a:p>
                      <a:pPr>
                        <a:buNone/>
                      </a:pPr>
                      <a:r>
                        <a:rPr lang="en-GB" sz="1000"/>
                        <a:t>abortion</a:t>
                      </a:r>
                    </a:p>
                  </a:txBody>
                  <a:tcPr marL="46127" marR="46127" marT="23064" marB="23064" anchor="ctr">
                    <a:lnL>
                      <a:noFill/>
                    </a:lnL>
                    <a:lnR>
                      <a:noFill/>
                    </a:lnR>
                    <a:lnT>
                      <a:noFill/>
                    </a:lnT>
                    <a:lnB>
                      <a:noFill/>
                    </a:lnB>
                    <a:noFill/>
                  </a:tcPr>
                </a:tc>
                <a:tc>
                  <a:txBody>
                    <a:bodyPr/>
                    <a:lstStyle/>
                    <a:p>
                      <a:pPr>
                        <a:buNone/>
                      </a:pPr>
                      <a:r>
                        <a:rPr lang="en-GB" sz="1000" dirty="0"/>
                        <a:t>Pregnancy loss indicator</a:t>
                      </a:r>
                    </a:p>
                  </a:txBody>
                  <a:tcPr marL="46127" marR="46127" marT="23064" marB="23064" anchor="ctr">
                    <a:lnL>
                      <a:noFill/>
                    </a:lnL>
                    <a:lnR>
                      <a:noFill/>
                    </a:lnR>
                    <a:lnT>
                      <a:noFill/>
                    </a:lnT>
                    <a:lnB>
                      <a:noFill/>
                    </a:lnB>
                    <a:noFill/>
                  </a:tcPr>
                </a:tc>
                <a:tc>
                  <a:txBody>
                    <a:bodyPr/>
                    <a:lstStyle/>
                    <a:p>
                      <a:pPr>
                        <a:buNone/>
                      </a:pPr>
                      <a:r>
                        <a:rPr lang="en-GB" sz="1000" dirty="0"/>
                        <a:t>Binary</a:t>
                      </a:r>
                    </a:p>
                  </a:txBody>
                  <a:tcPr marL="46127" marR="46127" marT="23064" marB="23064" anchor="ctr">
                    <a:lnL>
                      <a:noFill/>
                    </a:lnL>
                    <a:lnR>
                      <a:noFill/>
                    </a:lnR>
                    <a:lnT>
                      <a:noFill/>
                    </a:lnT>
                    <a:lnB>
                      <a:noFill/>
                    </a:lnB>
                    <a:noFill/>
                  </a:tcPr>
                </a:tc>
                <a:tc>
                  <a:txBody>
                    <a:bodyPr/>
                    <a:lstStyle/>
                    <a:p>
                      <a:pPr>
                        <a:buNone/>
                      </a:pPr>
                      <a:r>
                        <a:rPr lang="en-GB" sz="1000"/>
                        <a:t>1 = Yes, 0 = No</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3270344379"/>
                  </a:ext>
                </a:extLst>
              </a:tr>
              <a:tr h="187297">
                <a:tc>
                  <a:txBody>
                    <a:bodyPr/>
                    <a:lstStyle/>
                    <a:p>
                      <a:pPr>
                        <a:buNone/>
                      </a:pPr>
                      <a:r>
                        <a:rPr lang="en-GB" sz="1000"/>
                        <a:t>bhcg_12</a:t>
                      </a:r>
                    </a:p>
                  </a:txBody>
                  <a:tcPr marL="46127" marR="46127" marT="23064" marB="23064" anchor="ctr">
                    <a:lnL>
                      <a:noFill/>
                    </a:lnL>
                    <a:lnR>
                      <a:noFill/>
                    </a:lnR>
                    <a:lnT>
                      <a:noFill/>
                    </a:lnT>
                    <a:lnB>
                      <a:noFill/>
                    </a:lnB>
                    <a:noFill/>
                  </a:tcPr>
                </a:tc>
                <a:tc>
                  <a:txBody>
                    <a:bodyPr/>
                    <a:lstStyle/>
                    <a:p>
                      <a:pPr>
                        <a:buNone/>
                      </a:pPr>
                      <a:r>
                        <a:rPr lang="en-US" sz="1000"/>
                        <a:t>β-hCG level on Day 12</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IU/L</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1634874341"/>
                  </a:ext>
                </a:extLst>
              </a:tr>
              <a:tr h="187297">
                <a:tc>
                  <a:txBody>
                    <a:bodyPr/>
                    <a:lstStyle/>
                    <a:p>
                      <a:pPr>
                        <a:buNone/>
                      </a:pPr>
                      <a:r>
                        <a:rPr lang="en-GB" sz="1000"/>
                        <a:t>bhcg_14</a:t>
                      </a:r>
                    </a:p>
                  </a:txBody>
                  <a:tcPr marL="46127" marR="46127" marT="23064" marB="23064" anchor="ctr">
                    <a:lnL>
                      <a:noFill/>
                    </a:lnL>
                    <a:lnR>
                      <a:noFill/>
                    </a:lnR>
                    <a:lnT>
                      <a:noFill/>
                    </a:lnT>
                    <a:lnB>
                      <a:noFill/>
                    </a:lnB>
                    <a:noFill/>
                  </a:tcPr>
                </a:tc>
                <a:tc>
                  <a:txBody>
                    <a:bodyPr/>
                    <a:lstStyle/>
                    <a:p>
                      <a:pPr>
                        <a:buNone/>
                      </a:pPr>
                      <a:r>
                        <a:rPr lang="en-US" sz="1000"/>
                        <a:t>β-hCG level on Day 14</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IU/L</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4189085057"/>
                  </a:ext>
                </a:extLst>
              </a:tr>
              <a:tr h="318403">
                <a:tc>
                  <a:txBody>
                    <a:bodyPr/>
                    <a:lstStyle/>
                    <a:p>
                      <a:pPr>
                        <a:buNone/>
                      </a:pPr>
                      <a:r>
                        <a:rPr lang="en-GB" sz="1000" dirty="0"/>
                        <a:t>bhcg_12_14percent_increase</a:t>
                      </a:r>
                    </a:p>
                  </a:txBody>
                  <a:tcPr marL="46127" marR="46127" marT="23064" marB="23064" anchor="ctr">
                    <a:lnL>
                      <a:noFill/>
                    </a:lnL>
                    <a:lnR>
                      <a:noFill/>
                    </a:lnR>
                    <a:lnT>
                      <a:noFill/>
                    </a:lnT>
                    <a:lnB>
                      <a:noFill/>
                    </a:lnB>
                    <a:noFill/>
                  </a:tcPr>
                </a:tc>
                <a:tc>
                  <a:txBody>
                    <a:bodyPr/>
                    <a:lstStyle/>
                    <a:p>
                      <a:pPr>
                        <a:buNone/>
                      </a:pPr>
                      <a:r>
                        <a:rPr lang="en-GB" sz="1000"/>
                        <a:t>% increase in </a:t>
                      </a:r>
                      <a:r>
                        <a:rPr lang="el-GR" sz="1000"/>
                        <a:t>β-</a:t>
                      </a:r>
                      <a:r>
                        <a:rPr lang="en-GB" sz="1000"/>
                        <a:t>hCG</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4030765687"/>
                  </a:ext>
                </a:extLst>
              </a:tr>
              <a:tr h="318403">
                <a:tc>
                  <a:txBody>
                    <a:bodyPr/>
                    <a:lstStyle/>
                    <a:p>
                      <a:pPr>
                        <a:buNone/>
                      </a:pPr>
                      <a:r>
                        <a:rPr lang="en-GB" sz="1000"/>
                        <a:t>twin</a:t>
                      </a:r>
                    </a:p>
                  </a:txBody>
                  <a:tcPr marL="46127" marR="46127" marT="23064" marB="23064" anchor="ctr">
                    <a:lnL>
                      <a:noFill/>
                    </a:lnL>
                    <a:lnR>
                      <a:noFill/>
                    </a:lnR>
                    <a:lnT>
                      <a:noFill/>
                    </a:lnT>
                    <a:lnB>
                      <a:noFill/>
                    </a:lnB>
                    <a:noFill/>
                  </a:tcPr>
                </a:tc>
                <a:tc>
                  <a:txBody>
                    <a:bodyPr/>
                    <a:lstStyle/>
                    <a:p>
                      <a:pPr>
                        <a:buNone/>
                      </a:pPr>
                      <a:r>
                        <a:rPr lang="en-GB" sz="1000"/>
                        <a:t>Twin pregnancy indicator</a:t>
                      </a:r>
                    </a:p>
                  </a:txBody>
                  <a:tcPr marL="46127" marR="46127" marT="23064" marB="23064" anchor="ctr">
                    <a:lnL>
                      <a:noFill/>
                    </a:lnL>
                    <a:lnR>
                      <a:noFill/>
                    </a:lnR>
                    <a:lnT>
                      <a:noFill/>
                    </a:lnT>
                    <a:lnB>
                      <a:noFill/>
                    </a:lnB>
                    <a:noFill/>
                  </a:tcPr>
                </a:tc>
                <a:tc>
                  <a:txBody>
                    <a:bodyPr/>
                    <a:lstStyle/>
                    <a:p>
                      <a:pPr>
                        <a:buNone/>
                      </a:pPr>
                      <a:r>
                        <a:rPr lang="en-GB" sz="1000"/>
                        <a:t>Binary</a:t>
                      </a:r>
                    </a:p>
                  </a:txBody>
                  <a:tcPr marL="46127" marR="46127" marT="23064" marB="23064" anchor="ctr">
                    <a:lnL>
                      <a:noFill/>
                    </a:lnL>
                    <a:lnR>
                      <a:noFill/>
                    </a:lnR>
                    <a:lnT>
                      <a:noFill/>
                    </a:lnT>
                    <a:lnB>
                      <a:noFill/>
                    </a:lnB>
                    <a:noFill/>
                  </a:tcPr>
                </a:tc>
                <a:tc>
                  <a:txBody>
                    <a:bodyPr/>
                    <a:lstStyle/>
                    <a:p>
                      <a:pPr>
                        <a:buNone/>
                      </a:pPr>
                      <a:r>
                        <a:rPr lang="en-GB" sz="1000"/>
                        <a:t>1 = Yes, 0 = No</a:t>
                      </a:r>
                    </a:p>
                  </a:txBody>
                  <a:tcPr marL="46127" marR="46127" marT="23064" marB="23064" anchor="ctr">
                    <a:lnL>
                      <a:noFill/>
                    </a:lnL>
                    <a:lnR>
                      <a:noFill/>
                    </a:lnR>
                    <a:lnT>
                      <a:noFill/>
                    </a:lnT>
                    <a:lnB>
                      <a:noFill/>
                    </a:lnB>
                    <a:noFill/>
                  </a:tcPr>
                </a:tc>
                <a:tc>
                  <a:txBody>
                    <a:bodyPr/>
                    <a:lstStyle/>
                    <a:p>
                      <a:pPr>
                        <a:buNone/>
                      </a:pPr>
                      <a:r>
                        <a:rPr lang="en-GB" sz="1000" dirty="0"/>
                        <a:t>Medium</a:t>
                      </a:r>
                    </a:p>
                  </a:txBody>
                  <a:tcPr marL="46127" marR="46127" marT="23064" marB="23064" anchor="ctr">
                    <a:lnL>
                      <a:noFill/>
                    </a:lnL>
                    <a:lnR>
                      <a:noFill/>
                    </a:lnR>
                    <a:lnT>
                      <a:noFill/>
                    </a:lnT>
                    <a:lnB>
                      <a:noFill/>
                    </a:lnB>
                    <a:noFill/>
                  </a:tcPr>
                </a:tc>
                <a:extLst>
                  <a:ext uri="{0D108BD9-81ED-4DB2-BD59-A6C34878D82A}">
                    <a16:rowId xmlns:a16="http://schemas.microsoft.com/office/drawing/2014/main" val="2912283970"/>
                  </a:ext>
                </a:extLst>
              </a:tr>
              <a:tr h="187297">
                <a:tc>
                  <a:txBody>
                    <a:bodyPr/>
                    <a:lstStyle/>
                    <a:p>
                      <a:pPr>
                        <a:buNone/>
                      </a:pPr>
                      <a:r>
                        <a:rPr lang="en-GB" sz="1000"/>
                        <a:t>indication</a:t>
                      </a:r>
                    </a:p>
                  </a:txBody>
                  <a:tcPr marL="46127" marR="46127" marT="23064" marB="23064" anchor="ctr">
                    <a:lnL>
                      <a:noFill/>
                    </a:lnL>
                    <a:lnR>
                      <a:noFill/>
                    </a:lnR>
                    <a:lnT>
                      <a:noFill/>
                    </a:lnT>
                    <a:lnB>
                      <a:noFill/>
                    </a:lnB>
                    <a:noFill/>
                  </a:tcPr>
                </a:tc>
                <a:tc>
                  <a:txBody>
                    <a:bodyPr/>
                    <a:lstStyle/>
                    <a:p>
                      <a:pPr>
                        <a:buNone/>
                      </a:pPr>
                      <a:r>
                        <a:rPr lang="en-GB" sz="1000"/>
                        <a:t>Cause of infertility</a:t>
                      </a:r>
                    </a:p>
                  </a:txBody>
                  <a:tcPr marL="46127" marR="46127" marT="23064" marB="23064" anchor="ctr">
                    <a:lnL>
                      <a:noFill/>
                    </a:lnL>
                    <a:lnR>
                      <a:noFill/>
                    </a:lnR>
                    <a:lnT>
                      <a:noFill/>
                    </a:lnT>
                    <a:lnB>
                      <a:noFill/>
                    </a:lnB>
                    <a:noFill/>
                  </a:tcPr>
                </a:tc>
                <a:tc>
                  <a:txBody>
                    <a:bodyPr/>
                    <a:lstStyle/>
                    <a:p>
                      <a:pPr>
                        <a:buNone/>
                      </a:pPr>
                      <a:r>
                        <a:rPr lang="en-GB" sz="1000"/>
                        <a:t>Categorical</a:t>
                      </a:r>
                    </a:p>
                  </a:txBody>
                  <a:tcPr marL="46127" marR="46127" marT="23064" marB="23064" anchor="ctr">
                    <a:lnL>
                      <a:noFill/>
                    </a:lnL>
                    <a:lnR>
                      <a:noFill/>
                    </a:lnR>
                    <a:lnT>
                      <a:noFill/>
                    </a:lnT>
                    <a:lnB>
                      <a:noFill/>
                    </a:lnB>
                    <a:noFill/>
                  </a:tcPr>
                </a:tc>
                <a:tc>
                  <a:txBody>
                    <a:bodyPr/>
                    <a:lstStyle/>
                    <a:p>
                      <a:pPr>
                        <a:buNone/>
                      </a:pPr>
                      <a:r>
                        <a:rPr lang="en-GB" sz="1000"/>
                        <a:t>Hormonal, Male, etc.</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4028889804"/>
                  </a:ext>
                </a:extLst>
              </a:tr>
              <a:tr h="318403">
                <a:tc>
                  <a:txBody>
                    <a:bodyPr/>
                    <a:lstStyle/>
                    <a:p>
                      <a:pPr>
                        <a:buNone/>
                      </a:pPr>
                      <a:r>
                        <a:rPr lang="en-GB" sz="1000"/>
                        <a:t>fsh</a:t>
                      </a:r>
                    </a:p>
                  </a:txBody>
                  <a:tcPr marL="46127" marR="46127" marT="23064" marB="23064" anchor="ctr">
                    <a:lnL>
                      <a:noFill/>
                    </a:lnL>
                    <a:lnR>
                      <a:noFill/>
                    </a:lnR>
                    <a:lnT>
                      <a:noFill/>
                    </a:lnT>
                    <a:lnB>
                      <a:noFill/>
                    </a:lnB>
                    <a:noFill/>
                  </a:tcPr>
                </a:tc>
                <a:tc>
                  <a:txBody>
                    <a:bodyPr/>
                    <a:lstStyle/>
                    <a:p>
                      <a:pPr>
                        <a:buNone/>
                      </a:pPr>
                      <a:r>
                        <a:rPr lang="en-GB" sz="1000"/>
                        <a:t>Follicle-stimulating hormone</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IU/L</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1085522127"/>
                  </a:ext>
                </a:extLst>
              </a:tr>
              <a:tr h="187297">
                <a:tc>
                  <a:txBody>
                    <a:bodyPr/>
                    <a:lstStyle/>
                    <a:p>
                      <a:pPr>
                        <a:buNone/>
                      </a:pPr>
                      <a:r>
                        <a:rPr lang="en-GB" sz="1000"/>
                        <a:t>e2</a:t>
                      </a:r>
                    </a:p>
                  </a:txBody>
                  <a:tcPr marL="46127" marR="46127" marT="23064" marB="23064" anchor="ctr">
                    <a:lnL>
                      <a:noFill/>
                    </a:lnL>
                    <a:lnR>
                      <a:noFill/>
                    </a:lnR>
                    <a:lnT>
                      <a:noFill/>
                    </a:lnT>
                    <a:lnB>
                      <a:noFill/>
                    </a:lnB>
                    <a:noFill/>
                  </a:tcPr>
                </a:tc>
                <a:tc>
                  <a:txBody>
                    <a:bodyPr/>
                    <a:lstStyle/>
                    <a:p>
                      <a:pPr>
                        <a:buNone/>
                      </a:pPr>
                      <a:r>
                        <a:rPr lang="en-GB" sz="1000"/>
                        <a:t>Estradiol level</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pmol/L</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1931849372"/>
                  </a:ext>
                </a:extLst>
              </a:tr>
              <a:tr h="187297">
                <a:tc>
                  <a:txBody>
                    <a:bodyPr/>
                    <a:lstStyle/>
                    <a:p>
                      <a:pPr>
                        <a:buNone/>
                      </a:pPr>
                      <a:r>
                        <a:rPr lang="en-GB" sz="1000"/>
                        <a:t>progesterone</a:t>
                      </a:r>
                    </a:p>
                  </a:txBody>
                  <a:tcPr marL="46127" marR="46127" marT="23064" marB="23064" anchor="ctr">
                    <a:lnL>
                      <a:noFill/>
                    </a:lnL>
                    <a:lnR>
                      <a:noFill/>
                    </a:lnR>
                    <a:lnT>
                      <a:noFill/>
                    </a:lnT>
                    <a:lnB>
                      <a:noFill/>
                    </a:lnB>
                    <a:noFill/>
                  </a:tcPr>
                </a:tc>
                <a:tc>
                  <a:txBody>
                    <a:bodyPr/>
                    <a:lstStyle/>
                    <a:p>
                      <a:pPr>
                        <a:buNone/>
                      </a:pPr>
                      <a:r>
                        <a:rPr lang="en-GB" sz="1000"/>
                        <a:t>Progesterone level</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ng/mL</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1808141118"/>
                  </a:ext>
                </a:extLst>
              </a:tr>
              <a:tr h="187297">
                <a:tc>
                  <a:txBody>
                    <a:bodyPr/>
                    <a:lstStyle/>
                    <a:p>
                      <a:pPr>
                        <a:buNone/>
                      </a:pPr>
                      <a:r>
                        <a:rPr lang="en-GB" sz="1000"/>
                        <a:t>number_of_oocytes</a:t>
                      </a:r>
                    </a:p>
                  </a:txBody>
                  <a:tcPr marL="46127" marR="46127" marT="23064" marB="23064" anchor="ctr">
                    <a:lnL>
                      <a:noFill/>
                    </a:lnL>
                    <a:lnR>
                      <a:noFill/>
                    </a:lnR>
                    <a:lnT>
                      <a:noFill/>
                    </a:lnT>
                    <a:lnB>
                      <a:noFill/>
                    </a:lnB>
                    <a:noFill/>
                  </a:tcPr>
                </a:tc>
                <a:tc>
                  <a:txBody>
                    <a:bodyPr/>
                    <a:lstStyle/>
                    <a:p>
                      <a:pPr>
                        <a:buNone/>
                      </a:pPr>
                      <a:r>
                        <a:rPr lang="en-GB" sz="1000"/>
                        <a:t>Eggs retrieved</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Count</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404486188"/>
                  </a:ext>
                </a:extLst>
              </a:tr>
              <a:tr h="187297">
                <a:tc>
                  <a:txBody>
                    <a:bodyPr/>
                    <a:lstStyle/>
                    <a:p>
                      <a:pPr>
                        <a:buNone/>
                      </a:pPr>
                      <a:r>
                        <a:rPr lang="en-GB" sz="1000"/>
                        <a:t>embryo_tranfer_day</a:t>
                      </a:r>
                    </a:p>
                  </a:txBody>
                  <a:tcPr marL="46127" marR="46127" marT="23064" marB="23064" anchor="ctr">
                    <a:lnL>
                      <a:noFill/>
                    </a:lnL>
                    <a:lnR>
                      <a:noFill/>
                    </a:lnR>
                    <a:lnT>
                      <a:noFill/>
                    </a:lnT>
                    <a:lnB>
                      <a:noFill/>
                    </a:lnB>
                    <a:noFill/>
                  </a:tcPr>
                </a:tc>
                <a:tc>
                  <a:txBody>
                    <a:bodyPr/>
                    <a:lstStyle/>
                    <a:p>
                      <a:pPr>
                        <a:buNone/>
                      </a:pPr>
                      <a:r>
                        <a:rPr lang="en-GB" sz="1000"/>
                        <a:t>Day of embryo transfer</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Day 3 / Day 5</a:t>
                      </a:r>
                    </a:p>
                  </a:txBody>
                  <a:tcPr marL="46127" marR="46127" marT="23064" marB="23064" anchor="ctr">
                    <a:lnL>
                      <a:noFill/>
                    </a:lnL>
                    <a:lnR>
                      <a:noFill/>
                    </a:lnR>
                    <a:lnT>
                      <a:noFill/>
                    </a:lnT>
                    <a:lnB>
                      <a:noFill/>
                    </a:lnB>
                    <a:noFill/>
                  </a:tcPr>
                </a:tc>
                <a:tc>
                  <a:txBody>
                    <a:bodyPr/>
                    <a:lstStyle/>
                    <a:p>
                      <a:pPr>
                        <a:buNone/>
                      </a:pPr>
                      <a:r>
                        <a:rPr lang="en-GB" sz="1000"/>
                        <a:t>Medium</a:t>
                      </a:r>
                    </a:p>
                  </a:txBody>
                  <a:tcPr marL="46127" marR="46127" marT="23064" marB="23064" anchor="ctr">
                    <a:lnL>
                      <a:noFill/>
                    </a:lnL>
                    <a:lnR>
                      <a:noFill/>
                    </a:lnR>
                    <a:lnT>
                      <a:noFill/>
                    </a:lnT>
                    <a:lnB>
                      <a:noFill/>
                    </a:lnB>
                    <a:noFill/>
                  </a:tcPr>
                </a:tc>
                <a:extLst>
                  <a:ext uri="{0D108BD9-81ED-4DB2-BD59-A6C34878D82A}">
                    <a16:rowId xmlns:a16="http://schemas.microsoft.com/office/drawing/2014/main" val="2281835972"/>
                  </a:ext>
                </a:extLst>
              </a:tr>
              <a:tr h="318403">
                <a:tc>
                  <a:txBody>
                    <a:bodyPr/>
                    <a:lstStyle/>
                    <a:p>
                      <a:pPr>
                        <a:buNone/>
                      </a:pPr>
                      <a:r>
                        <a:rPr lang="en-US" sz="1000"/>
                        <a:t>endometrial_thickness_on_the_day_of_transfer</a:t>
                      </a:r>
                    </a:p>
                  </a:txBody>
                  <a:tcPr marL="46127" marR="46127" marT="23064" marB="23064" anchor="ctr">
                    <a:lnL>
                      <a:noFill/>
                    </a:lnL>
                    <a:lnR>
                      <a:noFill/>
                    </a:lnR>
                    <a:lnT>
                      <a:noFill/>
                    </a:lnT>
                    <a:lnB>
                      <a:noFill/>
                    </a:lnB>
                    <a:noFill/>
                  </a:tcPr>
                </a:tc>
                <a:tc>
                  <a:txBody>
                    <a:bodyPr/>
                    <a:lstStyle/>
                    <a:p>
                      <a:pPr>
                        <a:buNone/>
                      </a:pPr>
                      <a:r>
                        <a:rPr lang="en-GB" sz="1000"/>
                        <a:t>Endometrial lining thickness</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mm</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2574129431"/>
                  </a:ext>
                </a:extLst>
              </a:tr>
              <a:tr h="318403">
                <a:tc>
                  <a:txBody>
                    <a:bodyPr/>
                    <a:lstStyle/>
                    <a:p>
                      <a:pPr>
                        <a:buNone/>
                      </a:pPr>
                      <a:r>
                        <a:rPr lang="en-GB" sz="1000"/>
                        <a:t>number_of_embryos_transferred</a:t>
                      </a:r>
                    </a:p>
                  </a:txBody>
                  <a:tcPr marL="46127" marR="46127" marT="23064" marB="23064" anchor="ctr">
                    <a:lnL>
                      <a:noFill/>
                    </a:lnL>
                    <a:lnR>
                      <a:noFill/>
                    </a:lnR>
                    <a:lnT>
                      <a:noFill/>
                    </a:lnT>
                    <a:lnB>
                      <a:noFill/>
                    </a:lnB>
                    <a:noFill/>
                  </a:tcPr>
                </a:tc>
                <a:tc>
                  <a:txBody>
                    <a:bodyPr/>
                    <a:lstStyle/>
                    <a:p>
                      <a:pPr>
                        <a:buNone/>
                      </a:pPr>
                      <a:r>
                        <a:rPr lang="en-GB" sz="1000" dirty="0"/>
                        <a:t>Embryos transferred</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Count</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708626182"/>
                  </a:ext>
                </a:extLst>
              </a:tr>
              <a:tr h="187297">
                <a:tc>
                  <a:txBody>
                    <a:bodyPr/>
                    <a:lstStyle/>
                    <a:p>
                      <a:pPr>
                        <a:buNone/>
                      </a:pPr>
                      <a:r>
                        <a:rPr lang="en-GB" sz="1000"/>
                        <a:t>amh</a:t>
                      </a:r>
                    </a:p>
                  </a:txBody>
                  <a:tcPr marL="46127" marR="46127" marT="23064" marB="23064" anchor="ctr">
                    <a:lnL>
                      <a:noFill/>
                    </a:lnL>
                    <a:lnR>
                      <a:noFill/>
                    </a:lnR>
                    <a:lnT>
                      <a:noFill/>
                    </a:lnT>
                    <a:lnB>
                      <a:noFill/>
                    </a:lnB>
                    <a:noFill/>
                  </a:tcPr>
                </a:tc>
                <a:tc>
                  <a:txBody>
                    <a:bodyPr/>
                    <a:lstStyle/>
                    <a:p>
                      <a:pPr>
                        <a:buNone/>
                      </a:pPr>
                      <a:r>
                        <a:rPr lang="en-GB" sz="1000"/>
                        <a:t>Anti-Müllerian Hormone</a:t>
                      </a:r>
                    </a:p>
                  </a:txBody>
                  <a:tcPr marL="46127" marR="46127" marT="23064" marB="23064" anchor="ctr">
                    <a:lnL>
                      <a:noFill/>
                    </a:lnL>
                    <a:lnR>
                      <a:noFill/>
                    </a:lnR>
                    <a:lnT>
                      <a:noFill/>
                    </a:lnT>
                    <a:lnB>
                      <a:noFill/>
                    </a:lnB>
                    <a:noFill/>
                  </a:tcPr>
                </a:tc>
                <a:tc>
                  <a:txBody>
                    <a:bodyPr/>
                    <a:lstStyle/>
                    <a:p>
                      <a:pPr>
                        <a:buNone/>
                      </a:pPr>
                      <a:r>
                        <a:rPr lang="en-GB" sz="1000"/>
                        <a:t>Numeric</a:t>
                      </a:r>
                    </a:p>
                  </a:txBody>
                  <a:tcPr marL="46127" marR="46127" marT="23064" marB="23064" anchor="ctr">
                    <a:lnL>
                      <a:noFill/>
                    </a:lnL>
                    <a:lnR>
                      <a:noFill/>
                    </a:lnR>
                    <a:lnT>
                      <a:noFill/>
                    </a:lnT>
                    <a:lnB>
                      <a:noFill/>
                    </a:lnB>
                    <a:noFill/>
                  </a:tcPr>
                </a:tc>
                <a:tc>
                  <a:txBody>
                    <a:bodyPr/>
                    <a:lstStyle/>
                    <a:p>
                      <a:pPr>
                        <a:buNone/>
                      </a:pPr>
                      <a:r>
                        <a:rPr lang="en-GB" sz="1000"/>
                        <a:t>ng/mL</a:t>
                      </a:r>
                    </a:p>
                  </a:txBody>
                  <a:tcPr marL="46127" marR="46127" marT="23064" marB="23064" anchor="ctr">
                    <a:lnL>
                      <a:noFill/>
                    </a:lnL>
                    <a:lnR>
                      <a:noFill/>
                    </a:lnR>
                    <a:lnT>
                      <a:noFill/>
                    </a:lnT>
                    <a:lnB>
                      <a:noFill/>
                    </a:lnB>
                    <a:noFill/>
                  </a:tcPr>
                </a:tc>
                <a:tc>
                  <a:txBody>
                    <a:bodyPr/>
                    <a:lstStyle/>
                    <a:p>
                      <a:pPr>
                        <a:buNone/>
                      </a:pPr>
                      <a:r>
                        <a:rPr lang="en-GB" sz="1000" dirty="0"/>
                        <a:t>High</a:t>
                      </a:r>
                    </a:p>
                  </a:txBody>
                  <a:tcPr marL="46127" marR="46127" marT="23064" marB="23064" anchor="ctr">
                    <a:lnL>
                      <a:noFill/>
                    </a:lnL>
                    <a:lnR>
                      <a:noFill/>
                    </a:lnR>
                    <a:lnT>
                      <a:noFill/>
                    </a:lnT>
                    <a:lnB>
                      <a:noFill/>
                    </a:lnB>
                    <a:noFill/>
                  </a:tcPr>
                </a:tc>
                <a:extLst>
                  <a:ext uri="{0D108BD9-81ED-4DB2-BD59-A6C34878D82A}">
                    <a16:rowId xmlns:a16="http://schemas.microsoft.com/office/drawing/2014/main" val="366639717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EAFB295C-3836-45FF-21BD-D358490511F4}"/>
            </a:ext>
          </a:extLst>
        </p:cNvPr>
        <p:cNvGrpSpPr/>
        <p:nvPr/>
      </p:nvGrpSpPr>
      <p:grpSpPr>
        <a:xfrm>
          <a:off x="0" y="0"/>
          <a:ext cx="0" cy="0"/>
          <a:chOff x="0" y="0"/>
          <a:chExt cx="0" cy="0"/>
        </a:xfrm>
      </p:grpSpPr>
      <p:sp>
        <p:nvSpPr>
          <p:cNvPr id="106" name="Google Shape;106;p15">
            <a:extLst>
              <a:ext uri="{FF2B5EF4-FFF2-40B4-BE49-F238E27FC236}">
                <a16:creationId xmlns:a16="http://schemas.microsoft.com/office/drawing/2014/main" id="{379A4D82-9173-DE9D-A4EE-40C37694E756}"/>
              </a:ext>
            </a:extLst>
          </p:cNvPr>
          <p:cNvSpPr txBox="1">
            <a:spLocks noGrp="1"/>
          </p:cNvSpPr>
          <p:nvPr>
            <p:ph type="title"/>
          </p:nvPr>
        </p:nvSpPr>
        <p:spPr>
          <a:xfrm>
            <a:off x="176981" y="152708"/>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Dictionary </a:t>
            </a:r>
            <a:endParaRPr sz="3200" b="1" dirty="0">
              <a:latin typeface="Times New Roman"/>
              <a:ea typeface="Times New Roman"/>
              <a:cs typeface="Times New Roman"/>
              <a:sym typeface="Times New Roman"/>
            </a:endParaRPr>
          </a:p>
        </p:txBody>
      </p:sp>
      <p:pic>
        <p:nvPicPr>
          <p:cNvPr id="107" name="Google Shape;107;p15" descr="360DigiTMG Reviews - 52 Reviews of 360digitmg.com | Sitejabber">
            <a:extLst>
              <a:ext uri="{FF2B5EF4-FFF2-40B4-BE49-F238E27FC236}">
                <a16:creationId xmlns:a16="http://schemas.microsoft.com/office/drawing/2014/main" id="{E3A678D0-BA30-B891-DD04-AC8FBAC79933}"/>
              </a:ext>
            </a:extLst>
          </p:cNvPr>
          <p:cNvPicPr preferRelativeResize="0"/>
          <p:nvPr/>
        </p:nvPicPr>
        <p:blipFill rotWithShape="1">
          <a:blip r:embed="rId3">
            <a:alphaModFix/>
          </a:blip>
          <a:srcRect/>
          <a:stretch/>
        </p:blipFill>
        <p:spPr>
          <a:xfrm>
            <a:off x="9692919" y="5896947"/>
            <a:ext cx="2277039" cy="808338"/>
          </a:xfrm>
          <a:prstGeom prst="rect">
            <a:avLst/>
          </a:prstGeom>
          <a:noFill/>
          <a:ln>
            <a:noFill/>
          </a:ln>
        </p:spPr>
      </p:pic>
      <p:graphicFrame>
        <p:nvGraphicFramePr>
          <p:cNvPr id="2" name="Table 1">
            <a:extLst>
              <a:ext uri="{FF2B5EF4-FFF2-40B4-BE49-F238E27FC236}">
                <a16:creationId xmlns:a16="http://schemas.microsoft.com/office/drawing/2014/main" id="{509AE1C9-01FD-7853-3AFE-06880121AF3E}"/>
              </a:ext>
            </a:extLst>
          </p:cNvPr>
          <p:cNvGraphicFramePr>
            <a:graphicFrameLocks noGrp="1"/>
          </p:cNvGraphicFramePr>
          <p:nvPr/>
        </p:nvGraphicFramePr>
        <p:xfrm>
          <a:off x="464574" y="943896"/>
          <a:ext cx="10515600" cy="3721074"/>
        </p:xfrm>
        <a:graphic>
          <a:graphicData uri="http://schemas.openxmlformats.org/drawingml/2006/table">
            <a:tbl>
              <a:tblPr/>
              <a:tblGrid>
                <a:gridCol w="2628900">
                  <a:extLst>
                    <a:ext uri="{9D8B030D-6E8A-4147-A177-3AD203B41FA5}">
                      <a16:colId xmlns:a16="http://schemas.microsoft.com/office/drawing/2014/main" val="3119280245"/>
                    </a:ext>
                  </a:extLst>
                </a:gridCol>
                <a:gridCol w="2628900">
                  <a:extLst>
                    <a:ext uri="{9D8B030D-6E8A-4147-A177-3AD203B41FA5}">
                      <a16:colId xmlns:a16="http://schemas.microsoft.com/office/drawing/2014/main" val="3508631184"/>
                    </a:ext>
                  </a:extLst>
                </a:gridCol>
                <a:gridCol w="2628900">
                  <a:extLst>
                    <a:ext uri="{9D8B030D-6E8A-4147-A177-3AD203B41FA5}">
                      <a16:colId xmlns:a16="http://schemas.microsoft.com/office/drawing/2014/main" val="2282304315"/>
                    </a:ext>
                  </a:extLst>
                </a:gridCol>
                <a:gridCol w="2628900">
                  <a:extLst>
                    <a:ext uri="{9D8B030D-6E8A-4147-A177-3AD203B41FA5}">
                      <a16:colId xmlns:a16="http://schemas.microsoft.com/office/drawing/2014/main" val="927358829"/>
                    </a:ext>
                  </a:extLst>
                </a:gridCol>
              </a:tblGrid>
              <a:tr h="531582">
                <a:tc>
                  <a:txBody>
                    <a:bodyPr/>
                    <a:lstStyle/>
                    <a:p>
                      <a:pPr>
                        <a:buNone/>
                      </a:pPr>
                      <a:endParaRPr lang="en-GB" dirty="0"/>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4277793723"/>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940142204"/>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695295474"/>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641886825"/>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814854760"/>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1848800048"/>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extLst>
                  <a:ext uri="{0D108BD9-81ED-4DB2-BD59-A6C34878D82A}">
                    <a16:rowId xmlns:a16="http://schemas.microsoft.com/office/drawing/2014/main" val="2170923197"/>
                  </a:ext>
                </a:extLst>
              </a:tr>
            </a:tbl>
          </a:graphicData>
        </a:graphic>
      </p:graphicFrame>
      <p:graphicFrame>
        <p:nvGraphicFramePr>
          <p:cNvPr id="3" name="Table 2">
            <a:extLst>
              <a:ext uri="{FF2B5EF4-FFF2-40B4-BE49-F238E27FC236}">
                <a16:creationId xmlns:a16="http://schemas.microsoft.com/office/drawing/2014/main" id="{0D922AF8-E4CB-16A5-C176-37A82ADAAC1E}"/>
              </a:ext>
            </a:extLst>
          </p:cNvPr>
          <p:cNvGraphicFramePr>
            <a:graphicFrameLocks noGrp="1"/>
          </p:cNvGraphicFramePr>
          <p:nvPr>
            <p:extLst>
              <p:ext uri="{D42A27DB-BD31-4B8C-83A1-F6EECF244321}">
                <p14:modId xmlns:p14="http://schemas.microsoft.com/office/powerpoint/2010/main" val="3612494398"/>
              </p:ext>
            </p:extLst>
          </p:nvPr>
        </p:nvGraphicFramePr>
        <p:xfrm>
          <a:off x="464574" y="1330914"/>
          <a:ext cx="11121840" cy="4970201"/>
        </p:xfrm>
        <a:graphic>
          <a:graphicData uri="http://schemas.openxmlformats.org/drawingml/2006/table">
            <a:tbl>
              <a:tblPr/>
              <a:tblGrid>
                <a:gridCol w="2219631">
                  <a:extLst>
                    <a:ext uri="{9D8B030D-6E8A-4147-A177-3AD203B41FA5}">
                      <a16:colId xmlns:a16="http://schemas.microsoft.com/office/drawing/2014/main" val="2061620668"/>
                    </a:ext>
                  </a:extLst>
                </a:gridCol>
                <a:gridCol w="2229105">
                  <a:extLst>
                    <a:ext uri="{9D8B030D-6E8A-4147-A177-3AD203B41FA5}">
                      <a16:colId xmlns:a16="http://schemas.microsoft.com/office/drawing/2014/main" val="651185635"/>
                    </a:ext>
                  </a:extLst>
                </a:gridCol>
                <a:gridCol w="2224368">
                  <a:extLst>
                    <a:ext uri="{9D8B030D-6E8A-4147-A177-3AD203B41FA5}">
                      <a16:colId xmlns:a16="http://schemas.microsoft.com/office/drawing/2014/main" val="3983636174"/>
                    </a:ext>
                  </a:extLst>
                </a:gridCol>
                <a:gridCol w="2224368">
                  <a:extLst>
                    <a:ext uri="{9D8B030D-6E8A-4147-A177-3AD203B41FA5}">
                      <a16:colId xmlns:a16="http://schemas.microsoft.com/office/drawing/2014/main" val="649485322"/>
                    </a:ext>
                  </a:extLst>
                </a:gridCol>
                <a:gridCol w="2224368">
                  <a:extLst>
                    <a:ext uri="{9D8B030D-6E8A-4147-A177-3AD203B41FA5}">
                      <a16:colId xmlns:a16="http://schemas.microsoft.com/office/drawing/2014/main" val="2909043899"/>
                    </a:ext>
                  </a:extLst>
                </a:gridCol>
              </a:tblGrid>
              <a:tr h="317075">
                <a:tc>
                  <a:txBody>
                    <a:bodyPr/>
                    <a:lstStyle/>
                    <a:p>
                      <a:pPr>
                        <a:buNone/>
                      </a:pPr>
                      <a:r>
                        <a:rPr lang="en-GB" sz="1300" b="1" dirty="0"/>
                        <a:t>Column Name</a:t>
                      </a:r>
                    </a:p>
                  </a:txBody>
                  <a:tcPr marL="83147" marR="83147" marT="41573" marB="41573" anchor="ctr">
                    <a:lnL>
                      <a:noFill/>
                    </a:lnL>
                    <a:lnR>
                      <a:noFill/>
                    </a:lnR>
                    <a:lnT>
                      <a:noFill/>
                    </a:lnT>
                    <a:lnB>
                      <a:noFill/>
                    </a:lnB>
                    <a:noFill/>
                  </a:tcPr>
                </a:tc>
                <a:tc>
                  <a:txBody>
                    <a:bodyPr/>
                    <a:lstStyle/>
                    <a:p>
                      <a:pPr>
                        <a:buNone/>
                      </a:pPr>
                      <a:r>
                        <a:rPr lang="en-GB" sz="1300" b="1" dirty="0"/>
                        <a:t>Description</a:t>
                      </a:r>
                    </a:p>
                  </a:txBody>
                  <a:tcPr marL="83147" marR="83147" marT="41573" marB="41573" anchor="ctr">
                    <a:lnL>
                      <a:noFill/>
                    </a:lnL>
                    <a:lnR>
                      <a:noFill/>
                    </a:lnR>
                    <a:lnT>
                      <a:noFill/>
                    </a:lnT>
                    <a:lnB>
                      <a:noFill/>
                    </a:lnB>
                    <a:noFill/>
                  </a:tcPr>
                </a:tc>
                <a:tc>
                  <a:txBody>
                    <a:bodyPr/>
                    <a:lstStyle/>
                    <a:p>
                      <a:pPr>
                        <a:buNone/>
                      </a:pPr>
                      <a:r>
                        <a:rPr lang="en-GB" sz="1300" b="1" dirty="0"/>
                        <a:t>Data Type</a:t>
                      </a:r>
                    </a:p>
                  </a:txBody>
                  <a:tcPr marL="83147" marR="83147" marT="41573" marB="41573" anchor="ctr">
                    <a:lnL>
                      <a:noFill/>
                    </a:lnL>
                    <a:lnR>
                      <a:noFill/>
                    </a:lnR>
                    <a:lnT>
                      <a:noFill/>
                    </a:lnT>
                    <a:lnB>
                      <a:noFill/>
                    </a:lnB>
                    <a:noFill/>
                  </a:tcPr>
                </a:tc>
                <a:tc>
                  <a:txBody>
                    <a:bodyPr/>
                    <a:lstStyle/>
                    <a:p>
                      <a:pPr>
                        <a:buNone/>
                      </a:pPr>
                      <a:r>
                        <a:rPr lang="en-GB" sz="1300" b="1" dirty="0"/>
                        <a:t>Unit</a:t>
                      </a:r>
                    </a:p>
                  </a:txBody>
                  <a:tcPr marL="83147" marR="83147" marT="41573" marB="41573" anchor="ctr">
                    <a:lnL>
                      <a:noFill/>
                    </a:lnL>
                    <a:lnR>
                      <a:noFill/>
                    </a:lnR>
                    <a:lnT>
                      <a:noFill/>
                    </a:lnT>
                    <a:lnB>
                      <a:noFill/>
                    </a:lnB>
                    <a:noFill/>
                  </a:tcPr>
                </a:tc>
                <a:tc>
                  <a:txBody>
                    <a:bodyPr/>
                    <a:lstStyle/>
                    <a:p>
                      <a:pPr>
                        <a:buNone/>
                      </a:pPr>
                      <a:r>
                        <a:rPr lang="en-GB" sz="1300" b="1" dirty="0"/>
                        <a:t>Relevance</a:t>
                      </a:r>
                    </a:p>
                  </a:txBody>
                  <a:tcPr marL="83147" marR="83147" marT="41573" marB="41573" anchor="ctr">
                    <a:lnL>
                      <a:noFill/>
                    </a:lnL>
                    <a:lnR>
                      <a:noFill/>
                    </a:lnR>
                    <a:lnT>
                      <a:noFill/>
                    </a:lnT>
                    <a:lnB>
                      <a:noFill/>
                    </a:lnB>
                    <a:noFill/>
                  </a:tcPr>
                </a:tc>
                <a:extLst>
                  <a:ext uri="{0D108BD9-81ED-4DB2-BD59-A6C34878D82A}">
                    <a16:rowId xmlns:a16="http://schemas.microsoft.com/office/drawing/2014/main" val="2545674077"/>
                  </a:ext>
                </a:extLst>
              </a:tr>
              <a:tr h="317075">
                <a:tc>
                  <a:txBody>
                    <a:bodyPr/>
                    <a:lstStyle/>
                    <a:p>
                      <a:pPr>
                        <a:buNone/>
                      </a:pPr>
                      <a:r>
                        <a:rPr lang="en-GB" sz="1300"/>
                        <a:t>fc_no</a:t>
                      </a:r>
                    </a:p>
                  </a:txBody>
                  <a:tcPr marL="83147" marR="83147" marT="41573" marB="41573" anchor="ctr">
                    <a:lnL>
                      <a:noFill/>
                    </a:lnL>
                    <a:lnR>
                      <a:noFill/>
                    </a:lnR>
                    <a:lnT>
                      <a:noFill/>
                    </a:lnT>
                    <a:lnB>
                      <a:noFill/>
                    </a:lnB>
                    <a:noFill/>
                  </a:tcPr>
                </a:tc>
                <a:tc>
                  <a:txBody>
                    <a:bodyPr/>
                    <a:lstStyle/>
                    <a:p>
                      <a:pPr>
                        <a:buNone/>
                      </a:pPr>
                      <a:r>
                        <a:rPr lang="en-GB" sz="1300"/>
                        <a:t>Fertility center ID</a:t>
                      </a:r>
                    </a:p>
                  </a:txBody>
                  <a:tcPr marL="83147" marR="83147" marT="41573" marB="41573" anchor="ctr">
                    <a:lnL>
                      <a:noFill/>
                    </a:lnL>
                    <a:lnR>
                      <a:noFill/>
                    </a:lnR>
                    <a:lnT>
                      <a:noFill/>
                    </a:lnT>
                    <a:lnB>
                      <a:noFill/>
                    </a:lnB>
                    <a:noFill/>
                  </a:tcPr>
                </a:tc>
                <a:tc>
                  <a:txBody>
                    <a:bodyPr/>
                    <a:lstStyle/>
                    <a:p>
                      <a:pPr>
                        <a:buNone/>
                      </a:pPr>
                      <a:r>
                        <a:rPr lang="en-GB" sz="1300"/>
                        <a:t>Text</a:t>
                      </a:r>
                    </a:p>
                  </a:txBody>
                  <a:tcPr marL="83147" marR="83147" marT="41573" marB="41573" anchor="ctr">
                    <a:lnL>
                      <a:noFill/>
                    </a:lnL>
                    <a:lnR>
                      <a:noFill/>
                    </a:lnR>
                    <a:lnT>
                      <a:noFill/>
                    </a:lnT>
                    <a:lnB>
                      <a:noFill/>
                    </a:lnB>
                    <a:noFill/>
                  </a:tcPr>
                </a:tc>
                <a:tc>
                  <a:txBody>
                    <a:bodyPr/>
                    <a:lstStyle/>
                    <a:p>
                      <a:pPr>
                        <a:buNone/>
                      </a:pPr>
                      <a:r>
                        <a:rPr lang="en-GB" sz="1300"/>
                        <a:t>—</a:t>
                      </a:r>
                    </a:p>
                  </a:txBody>
                  <a:tcPr marL="83147" marR="83147" marT="41573" marB="41573" anchor="ctr">
                    <a:lnL>
                      <a:noFill/>
                    </a:lnL>
                    <a:lnR>
                      <a:noFill/>
                    </a:lnR>
                    <a:lnT>
                      <a:noFill/>
                    </a:lnT>
                    <a:lnB>
                      <a:noFill/>
                    </a:lnB>
                    <a:noFill/>
                  </a:tcPr>
                </a:tc>
                <a:tc>
                  <a:txBody>
                    <a:bodyPr/>
                    <a:lstStyle/>
                    <a:p>
                      <a:pPr>
                        <a:buNone/>
                      </a:pPr>
                      <a:r>
                        <a:rPr lang="en-GB" sz="1300"/>
                        <a:t>Low</a:t>
                      </a:r>
                    </a:p>
                  </a:txBody>
                  <a:tcPr marL="83147" marR="83147" marT="41573" marB="41573" anchor="ctr">
                    <a:lnL>
                      <a:noFill/>
                    </a:lnL>
                    <a:lnR>
                      <a:noFill/>
                    </a:lnR>
                    <a:lnT>
                      <a:noFill/>
                    </a:lnT>
                    <a:lnB>
                      <a:noFill/>
                    </a:lnB>
                    <a:noFill/>
                  </a:tcPr>
                </a:tc>
                <a:extLst>
                  <a:ext uri="{0D108BD9-81ED-4DB2-BD59-A6C34878D82A}">
                    <a16:rowId xmlns:a16="http://schemas.microsoft.com/office/drawing/2014/main" val="1194645782"/>
                  </a:ext>
                </a:extLst>
              </a:tr>
              <a:tr h="317075">
                <a:tc>
                  <a:txBody>
                    <a:bodyPr/>
                    <a:lstStyle/>
                    <a:p>
                      <a:pPr>
                        <a:buNone/>
                      </a:pPr>
                      <a:r>
                        <a:rPr lang="en-GB" sz="1300"/>
                        <a:t>cycle_no</a:t>
                      </a:r>
                    </a:p>
                  </a:txBody>
                  <a:tcPr marL="83147" marR="83147" marT="41573" marB="41573" anchor="ctr">
                    <a:lnL>
                      <a:noFill/>
                    </a:lnL>
                    <a:lnR>
                      <a:noFill/>
                    </a:lnR>
                    <a:lnT>
                      <a:noFill/>
                    </a:lnT>
                    <a:lnB>
                      <a:noFill/>
                    </a:lnB>
                    <a:noFill/>
                  </a:tcPr>
                </a:tc>
                <a:tc>
                  <a:txBody>
                    <a:bodyPr/>
                    <a:lstStyle/>
                    <a:p>
                      <a:pPr>
                        <a:buNone/>
                      </a:pPr>
                      <a:r>
                        <a:rPr lang="en-GB" sz="1300"/>
                        <a:t>IVF cycle number</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Count</a:t>
                      </a:r>
                    </a:p>
                  </a:txBody>
                  <a:tcPr marL="83147" marR="83147" marT="41573" marB="41573" anchor="ctr">
                    <a:lnL>
                      <a:noFill/>
                    </a:lnL>
                    <a:lnR>
                      <a:noFill/>
                    </a:lnR>
                    <a:lnT>
                      <a:noFill/>
                    </a:lnT>
                    <a:lnB>
                      <a:noFill/>
                    </a:lnB>
                    <a:noFill/>
                  </a:tcPr>
                </a:tc>
                <a:tc>
                  <a:txBody>
                    <a:bodyPr/>
                    <a:lstStyle/>
                    <a:p>
                      <a:pPr>
                        <a:buNone/>
                      </a:pPr>
                      <a:r>
                        <a:rPr lang="en-GB" sz="1300"/>
                        <a:t>Medium</a:t>
                      </a:r>
                    </a:p>
                  </a:txBody>
                  <a:tcPr marL="83147" marR="83147" marT="41573" marB="41573" anchor="ctr">
                    <a:lnL>
                      <a:noFill/>
                    </a:lnL>
                    <a:lnR>
                      <a:noFill/>
                    </a:lnR>
                    <a:lnT>
                      <a:noFill/>
                    </a:lnT>
                    <a:lnB>
                      <a:noFill/>
                    </a:lnB>
                    <a:noFill/>
                  </a:tcPr>
                </a:tc>
                <a:extLst>
                  <a:ext uri="{0D108BD9-81ED-4DB2-BD59-A6C34878D82A}">
                    <a16:rowId xmlns:a16="http://schemas.microsoft.com/office/drawing/2014/main" val="1090113094"/>
                  </a:ext>
                </a:extLst>
              </a:tr>
              <a:tr h="317075">
                <a:tc>
                  <a:txBody>
                    <a:bodyPr/>
                    <a:lstStyle/>
                    <a:p>
                      <a:pPr>
                        <a:buNone/>
                      </a:pPr>
                      <a:r>
                        <a:rPr lang="en-GB" sz="1300"/>
                        <a:t>age</a:t>
                      </a:r>
                    </a:p>
                  </a:txBody>
                  <a:tcPr marL="83147" marR="83147" marT="41573" marB="41573" anchor="ctr">
                    <a:lnL>
                      <a:noFill/>
                    </a:lnL>
                    <a:lnR>
                      <a:noFill/>
                    </a:lnR>
                    <a:lnT>
                      <a:noFill/>
                    </a:lnT>
                    <a:lnB>
                      <a:noFill/>
                    </a:lnB>
                    <a:noFill/>
                  </a:tcPr>
                </a:tc>
                <a:tc>
                  <a:txBody>
                    <a:bodyPr/>
                    <a:lstStyle/>
                    <a:p>
                      <a:pPr>
                        <a:buNone/>
                      </a:pPr>
                      <a:r>
                        <a:rPr lang="en-GB" sz="1300"/>
                        <a:t>Patient age</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Years</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1065642885"/>
                  </a:ext>
                </a:extLst>
              </a:tr>
              <a:tr h="317075">
                <a:tc>
                  <a:txBody>
                    <a:bodyPr/>
                    <a:lstStyle/>
                    <a:p>
                      <a:pPr>
                        <a:buNone/>
                      </a:pPr>
                      <a:r>
                        <a:rPr lang="en-GB" sz="1300"/>
                        <a:t>duration_of_infertility</a:t>
                      </a:r>
                    </a:p>
                  </a:txBody>
                  <a:tcPr marL="83147" marR="83147" marT="41573" marB="41573" anchor="ctr">
                    <a:lnL>
                      <a:noFill/>
                    </a:lnL>
                    <a:lnR>
                      <a:noFill/>
                    </a:lnR>
                    <a:lnT>
                      <a:noFill/>
                    </a:lnT>
                    <a:lnB>
                      <a:noFill/>
                    </a:lnB>
                    <a:noFill/>
                  </a:tcPr>
                </a:tc>
                <a:tc>
                  <a:txBody>
                    <a:bodyPr/>
                    <a:lstStyle/>
                    <a:p>
                      <a:pPr>
                        <a:buNone/>
                      </a:pPr>
                      <a:r>
                        <a:rPr lang="en-GB" sz="1300"/>
                        <a:t>Infertility duration</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Years</a:t>
                      </a:r>
                    </a:p>
                  </a:txBody>
                  <a:tcPr marL="83147" marR="83147" marT="41573" marB="41573" anchor="ctr">
                    <a:lnL>
                      <a:noFill/>
                    </a:lnL>
                    <a:lnR>
                      <a:noFill/>
                    </a:lnR>
                    <a:lnT>
                      <a:noFill/>
                    </a:lnT>
                    <a:lnB>
                      <a:noFill/>
                    </a:lnB>
                    <a:noFill/>
                  </a:tcPr>
                </a:tc>
                <a:tc>
                  <a:txBody>
                    <a:bodyPr/>
                    <a:lstStyle/>
                    <a:p>
                      <a:pPr>
                        <a:buNone/>
                      </a:pPr>
                      <a:r>
                        <a:rPr lang="en-GB" sz="1300"/>
                        <a:t>Medium</a:t>
                      </a:r>
                    </a:p>
                  </a:txBody>
                  <a:tcPr marL="83147" marR="83147" marT="41573" marB="41573" anchor="ctr">
                    <a:lnL>
                      <a:noFill/>
                    </a:lnL>
                    <a:lnR>
                      <a:noFill/>
                    </a:lnR>
                    <a:lnT>
                      <a:noFill/>
                    </a:lnT>
                    <a:lnB>
                      <a:noFill/>
                    </a:lnB>
                    <a:noFill/>
                  </a:tcPr>
                </a:tc>
                <a:extLst>
                  <a:ext uri="{0D108BD9-81ED-4DB2-BD59-A6C34878D82A}">
                    <a16:rowId xmlns:a16="http://schemas.microsoft.com/office/drawing/2014/main" val="297024137"/>
                  </a:ext>
                </a:extLst>
              </a:tr>
              <a:tr h="317075">
                <a:tc>
                  <a:txBody>
                    <a:bodyPr/>
                    <a:lstStyle/>
                    <a:p>
                      <a:pPr>
                        <a:buNone/>
                      </a:pPr>
                      <a:r>
                        <a:rPr lang="en-GB" sz="1300"/>
                        <a:t>bmi</a:t>
                      </a:r>
                    </a:p>
                  </a:txBody>
                  <a:tcPr marL="83147" marR="83147" marT="41573" marB="41573" anchor="ctr">
                    <a:lnL>
                      <a:noFill/>
                    </a:lnL>
                    <a:lnR>
                      <a:noFill/>
                    </a:lnR>
                    <a:lnT>
                      <a:noFill/>
                    </a:lnT>
                    <a:lnB>
                      <a:noFill/>
                    </a:lnB>
                    <a:noFill/>
                  </a:tcPr>
                </a:tc>
                <a:tc>
                  <a:txBody>
                    <a:bodyPr/>
                    <a:lstStyle/>
                    <a:p>
                      <a:pPr>
                        <a:buNone/>
                      </a:pPr>
                      <a:r>
                        <a:rPr lang="en-GB" sz="1300"/>
                        <a:t>Body Mass Index</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kg/m²</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3097129606"/>
                  </a:ext>
                </a:extLst>
              </a:tr>
              <a:tr h="531151">
                <a:tc>
                  <a:txBody>
                    <a:bodyPr/>
                    <a:lstStyle/>
                    <a:p>
                      <a:pPr>
                        <a:buNone/>
                      </a:pPr>
                      <a:r>
                        <a:rPr lang="en-GB" sz="1300"/>
                        <a:t>protocol</a:t>
                      </a:r>
                    </a:p>
                  </a:txBody>
                  <a:tcPr marL="83147" marR="83147" marT="41573" marB="41573" anchor="ctr">
                    <a:lnL>
                      <a:noFill/>
                    </a:lnL>
                    <a:lnR>
                      <a:noFill/>
                    </a:lnR>
                    <a:lnT>
                      <a:noFill/>
                    </a:lnT>
                    <a:lnB>
                      <a:noFill/>
                    </a:lnB>
                    <a:noFill/>
                  </a:tcPr>
                </a:tc>
                <a:tc>
                  <a:txBody>
                    <a:bodyPr/>
                    <a:lstStyle/>
                    <a:p>
                      <a:pPr>
                        <a:buNone/>
                      </a:pPr>
                      <a:r>
                        <a:rPr lang="en-GB" sz="1300" dirty="0"/>
                        <a:t>Stimulation protocol used</a:t>
                      </a:r>
                    </a:p>
                  </a:txBody>
                  <a:tcPr marL="83147" marR="83147" marT="41573" marB="41573" anchor="ctr">
                    <a:lnL>
                      <a:noFill/>
                    </a:lnL>
                    <a:lnR>
                      <a:noFill/>
                    </a:lnR>
                    <a:lnT>
                      <a:noFill/>
                    </a:lnT>
                    <a:lnB>
                      <a:noFill/>
                    </a:lnB>
                    <a:noFill/>
                  </a:tcPr>
                </a:tc>
                <a:tc>
                  <a:txBody>
                    <a:bodyPr/>
                    <a:lstStyle/>
                    <a:p>
                      <a:pPr>
                        <a:buNone/>
                      </a:pPr>
                      <a:r>
                        <a:rPr lang="en-GB" sz="1300"/>
                        <a:t>Categorical</a:t>
                      </a:r>
                    </a:p>
                  </a:txBody>
                  <a:tcPr marL="83147" marR="83147" marT="41573" marB="41573" anchor="ctr">
                    <a:lnL>
                      <a:noFill/>
                    </a:lnL>
                    <a:lnR>
                      <a:noFill/>
                    </a:lnR>
                    <a:lnT>
                      <a:noFill/>
                    </a:lnT>
                    <a:lnB>
                      <a:noFill/>
                    </a:lnB>
                    <a:noFill/>
                  </a:tcPr>
                </a:tc>
                <a:tc>
                  <a:txBody>
                    <a:bodyPr/>
                    <a:lstStyle/>
                    <a:p>
                      <a:pPr>
                        <a:buNone/>
                      </a:pPr>
                      <a:r>
                        <a:rPr lang="en-GB" sz="1300"/>
                        <a:t>Long/Antagonist</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3402554566"/>
                  </a:ext>
                </a:extLst>
              </a:tr>
              <a:tr h="317075">
                <a:tc>
                  <a:txBody>
                    <a:bodyPr/>
                    <a:lstStyle/>
                    <a:p>
                      <a:pPr>
                        <a:buNone/>
                      </a:pPr>
                      <a:r>
                        <a:rPr lang="en-GB" sz="1300"/>
                        <a:t>days_of_stimulation</a:t>
                      </a:r>
                    </a:p>
                  </a:txBody>
                  <a:tcPr marL="83147" marR="83147" marT="41573" marB="41573" anchor="ctr">
                    <a:lnL>
                      <a:noFill/>
                    </a:lnL>
                    <a:lnR>
                      <a:noFill/>
                    </a:lnR>
                    <a:lnT>
                      <a:noFill/>
                    </a:lnT>
                    <a:lnB>
                      <a:noFill/>
                    </a:lnB>
                    <a:noFill/>
                  </a:tcPr>
                </a:tc>
                <a:tc>
                  <a:txBody>
                    <a:bodyPr/>
                    <a:lstStyle/>
                    <a:p>
                      <a:pPr>
                        <a:buNone/>
                      </a:pPr>
                      <a:r>
                        <a:rPr lang="en-GB" sz="1300"/>
                        <a:t>Duration of stimulation</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Days</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58471831"/>
                  </a:ext>
                </a:extLst>
              </a:tr>
              <a:tr h="317075">
                <a:tc>
                  <a:txBody>
                    <a:bodyPr/>
                    <a:lstStyle/>
                    <a:p>
                      <a:pPr>
                        <a:buNone/>
                      </a:pPr>
                      <a:r>
                        <a:rPr lang="en-GB" sz="1300"/>
                        <a:t>e2_on_trigger_day</a:t>
                      </a:r>
                    </a:p>
                  </a:txBody>
                  <a:tcPr marL="83147" marR="83147" marT="41573" marB="41573" anchor="ctr">
                    <a:lnL>
                      <a:noFill/>
                    </a:lnL>
                    <a:lnR>
                      <a:noFill/>
                    </a:lnR>
                    <a:lnT>
                      <a:noFill/>
                    </a:lnT>
                    <a:lnB>
                      <a:noFill/>
                    </a:lnB>
                    <a:noFill/>
                  </a:tcPr>
                </a:tc>
                <a:tc>
                  <a:txBody>
                    <a:bodyPr/>
                    <a:lstStyle/>
                    <a:p>
                      <a:pPr>
                        <a:buNone/>
                      </a:pPr>
                      <a:r>
                        <a:rPr lang="en-GB" sz="1300"/>
                        <a:t>Estradiol on trigger day</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pmol/L</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2350221324"/>
                  </a:ext>
                </a:extLst>
              </a:tr>
              <a:tr h="317075">
                <a:tc>
                  <a:txBody>
                    <a:bodyPr/>
                    <a:lstStyle/>
                    <a:p>
                      <a:pPr>
                        <a:buNone/>
                      </a:pPr>
                      <a:r>
                        <a:rPr lang="en-GB" sz="1300"/>
                        <a:t>total_oocytes</a:t>
                      </a:r>
                    </a:p>
                  </a:txBody>
                  <a:tcPr marL="83147" marR="83147" marT="41573" marB="41573" anchor="ctr">
                    <a:lnL>
                      <a:noFill/>
                    </a:lnL>
                    <a:lnR>
                      <a:noFill/>
                    </a:lnR>
                    <a:lnT>
                      <a:noFill/>
                    </a:lnT>
                    <a:lnB>
                      <a:noFill/>
                    </a:lnB>
                    <a:noFill/>
                  </a:tcPr>
                </a:tc>
                <a:tc>
                  <a:txBody>
                    <a:bodyPr/>
                    <a:lstStyle/>
                    <a:p>
                      <a:pPr>
                        <a:buNone/>
                      </a:pPr>
                      <a:r>
                        <a:rPr lang="en-GB" sz="1300"/>
                        <a:t>Total oocytes retrieved</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Count</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4113276980"/>
                  </a:ext>
                </a:extLst>
              </a:tr>
              <a:tr h="317075">
                <a:tc>
                  <a:txBody>
                    <a:bodyPr/>
                    <a:lstStyle/>
                    <a:p>
                      <a:pPr>
                        <a:buNone/>
                      </a:pPr>
                      <a:r>
                        <a:rPr lang="en-GB" sz="1300"/>
                        <a:t>m2_oocytes</a:t>
                      </a:r>
                    </a:p>
                  </a:txBody>
                  <a:tcPr marL="83147" marR="83147" marT="41573" marB="41573" anchor="ctr">
                    <a:lnL>
                      <a:noFill/>
                    </a:lnL>
                    <a:lnR>
                      <a:noFill/>
                    </a:lnR>
                    <a:lnT>
                      <a:noFill/>
                    </a:lnT>
                    <a:lnB>
                      <a:noFill/>
                    </a:lnB>
                    <a:noFill/>
                  </a:tcPr>
                </a:tc>
                <a:tc>
                  <a:txBody>
                    <a:bodyPr/>
                    <a:lstStyle/>
                    <a:p>
                      <a:pPr>
                        <a:buNone/>
                      </a:pPr>
                      <a:r>
                        <a:rPr lang="en-GB" sz="1300"/>
                        <a:t>Mature oocytes</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Count</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124599330"/>
                  </a:ext>
                </a:extLst>
              </a:tr>
              <a:tr h="317075">
                <a:tc>
                  <a:txBody>
                    <a:bodyPr/>
                    <a:lstStyle/>
                    <a:p>
                      <a:pPr>
                        <a:buNone/>
                      </a:pPr>
                      <a:r>
                        <a:rPr lang="en-GB" sz="1300"/>
                        <a:t>embryos_formed</a:t>
                      </a:r>
                    </a:p>
                  </a:txBody>
                  <a:tcPr marL="83147" marR="83147" marT="41573" marB="41573" anchor="ctr">
                    <a:lnL>
                      <a:noFill/>
                    </a:lnL>
                    <a:lnR>
                      <a:noFill/>
                    </a:lnR>
                    <a:lnT>
                      <a:noFill/>
                    </a:lnT>
                    <a:lnB>
                      <a:noFill/>
                    </a:lnB>
                    <a:noFill/>
                  </a:tcPr>
                </a:tc>
                <a:tc>
                  <a:txBody>
                    <a:bodyPr/>
                    <a:lstStyle/>
                    <a:p>
                      <a:pPr>
                        <a:buNone/>
                      </a:pPr>
                      <a:r>
                        <a:rPr lang="en-GB" sz="1300"/>
                        <a:t>Embryos developed</a:t>
                      </a:r>
                    </a:p>
                  </a:txBody>
                  <a:tcPr marL="83147" marR="83147" marT="41573" marB="41573" anchor="ctr">
                    <a:lnL>
                      <a:noFill/>
                    </a:lnL>
                    <a:lnR>
                      <a:noFill/>
                    </a:lnR>
                    <a:lnT>
                      <a:noFill/>
                    </a:lnT>
                    <a:lnB>
                      <a:noFill/>
                    </a:lnB>
                    <a:noFill/>
                  </a:tcPr>
                </a:tc>
                <a:tc>
                  <a:txBody>
                    <a:bodyPr/>
                    <a:lstStyle/>
                    <a:p>
                      <a:pPr>
                        <a:buNone/>
                      </a:pPr>
                      <a:r>
                        <a:rPr lang="en-GB" sz="1300"/>
                        <a:t>Numeric</a:t>
                      </a:r>
                    </a:p>
                  </a:txBody>
                  <a:tcPr marL="83147" marR="83147" marT="41573" marB="41573" anchor="ctr">
                    <a:lnL>
                      <a:noFill/>
                    </a:lnL>
                    <a:lnR>
                      <a:noFill/>
                    </a:lnR>
                    <a:lnT>
                      <a:noFill/>
                    </a:lnT>
                    <a:lnB>
                      <a:noFill/>
                    </a:lnB>
                    <a:noFill/>
                  </a:tcPr>
                </a:tc>
                <a:tc>
                  <a:txBody>
                    <a:bodyPr/>
                    <a:lstStyle/>
                    <a:p>
                      <a:pPr>
                        <a:buNone/>
                      </a:pPr>
                      <a:r>
                        <a:rPr lang="en-GB" sz="1300"/>
                        <a:t>Count</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371988573"/>
                  </a:ext>
                </a:extLst>
              </a:tr>
              <a:tr h="317075">
                <a:tc>
                  <a:txBody>
                    <a:bodyPr/>
                    <a:lstStyle/>
                    <a:p>
                      <a:pPr>
                        <a:buNone/>
                      </a:pPr>
                      <a:r>
                        <a:rPr lang="en-GB" sz="1300"/>
                        <a:t>blast_y_n</a:t>
                      </a:r>
                    </a:p>
                  </a:txBody>
                  <a:tcPr marL="83147" marR="83147" marT="41573" marB="41573" anchor="ctr">
                    <a:lnL>
                      <a:noFill/>
                    </a:lnL>
                    <a:lnR>
                      <a:noFill/>
                    </a:lnR>
                    <a:lnT>
                      <a:noFill/>
                    </a:lnT>
                    <a:lnB>
                      <a:noFill/>
                    </a:lnB>
                    <a:noFill/>
                  </a:tcPr>
                </a:tc>
                <a:tc>
                  <a:txBody>
                    <a:bodyPr/>
                    <a:lstStyle/>
                    <a:p>
                      <a:pPr>
                        <a:buNone/>
                      </a:pPr>
                      <a:r>
                        <a:rPr lang="en-GB" sz="1300"/>
                        <a:t>Blastocyst formed</a:t>
                      </a:r>
                    </a:p>
                  </a:txBody>
                  <a:tcPr marL="83147" marR="83147" marT="41573" marB="41573" anchor="ctr">
                    <a:lnL>
                      <a:noFill/>
                    </a:lnL>
                    <a:lnR>
                      <a:noFill/>
                    </a:lnR>
                    <a:lnT>
                      <a:noFill/>
                    </a:lnT>
                    <a:lnB>
                      <a:noFill/>
                    </a:lnB>
                    <a:noFill/>
                  </a:tcPr>
                </a:tc>
                <a:tc>
                  <a:txBody>
                    <a:bodyPr/>
                    <a:lstStyle/>
                    <a:p>
                      <a:pPr>
                        <a:buNone/>
                      </a:pPr>
                      <a:r>
                        <a:rPr lang="en-GB" sz="1300"/>
                        <a:t>Binary</a:t>
                      </a:r>
                    </a:p>
                  </a:txBody>
                  <a:tcPr marL="83147" marR="83147" marT="41573" marB="41573" anchor="ctr">
                    <a:lnL>
                      <a:noFill/>
                    </a:lnL>
                    <a:lnR>
                      <a:noFill/>
                    </a:lnR>
                    <a:lnT>
                      <a:noFill/>
                    </a:lnT>
                    <a:lnB>
                      <a:noFill/>
                    </a:lnB>
                    <a:noFill/>
                  </a:tcPr>
                </a:tc>
                <a:tc>
                  <a:txBody>
                    <a:bodyPr/>
                    <a:lstStyle/>
                    <a:p>
                      <a:pPr>
                        <a:buNone/>
                      </a:pPr>
                      <a:r>
                        <a:rPr lang="en-GB" sz="1300"/>
                        <a:t>Yes/No</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469900938"/>
                  </a:ext>
                </a:extLst>
              </a:tr>
              <a:tr h="317075">
                <a:tc>
                  <a:txBody>
                    <a:bodyPr/>
                    <a:lstStyle/>
                    <a:p>
                      <a:pPr>
                        <a:buNone/>
                      </a:pPr>
                      <a:r>
                        <a:rPr lang="en-GB" sz="1300"/>
                        <a:t>good_blast</a:t>
                      </a:r>
                    </a:p>
                  </a:txBody>
                  <a:tcPr marL="83147" marR="83147" marT="41573" marB="41573" anchor="ctr">
                    <a:lnL>
                      <a:noFill/>
                    </a:lnL>
                    <a:lnR>
                      <a:noFill/>
                    </a:lnR>
                    <a:lnT>
                      <a:noFill/>
                    </a:lnT>
                    <a:lnB>
                      <a:noFill/>
                    </a:lnB>
                    <a:noFill/>
                  </a:tcPr>
                </a:tc>
                <a:tc>
                  <a:txBody>
                    <a:bodyPr/>
                    <a:lstStyle/>
                    <a:p>
                      <a:pPr>
                        <a:buNone/>
                      </a:pPr>
                      <a:r>
                        <a:rPr lang="en-GB" sz="1300"/>
                        <a:t>Good-quality blastocyst</a:t>
                      </a:r>
                    </a:p>
                  </a:txBody>
                  <a:tcPr marL="83147" marR="83147" marT="41573" marB="41573" anchor="ctr">
                    <a:lnL>
                      <a:noFill/>
                    </a:lnL>
                    <a:lnR>
                      <a:noFill/>
                    </a:lnR>
                    <a:lnT>
                      <a:noFill/>
                    </a:lnT>
                    <a:lnB>
                      <a:noFill/>
                    </a:lnB>
                    <a:noFill/>
                  </a:tcPr>
                </a:tc>
                <a:tc>
                  <a:txBody>
                    <a:bodyPr/>
                    <a:lstStyle/>
                    <a:p>
                      <a:pPr>
                        <a:buNone/>
                      </a:pPr>
                      <a:r>
                        <a:rPr lang="en-GB" sz="1300"/>
                        <a:t>Binary</a:t>
                      </a:r>
                    </a:p>
                  </a:txBody>
                  <a:tcPr marL="83147" marR="83147" marT="41573" marB="41573" anchor="ctr">
                    <a:lnL>
                      <a:noFill/>
                    </a:lnL>
                    <a:lnR>
                      <a:noFill/>
                    </a:lnR>
                    <a:lnT>
                      <a:noFill/>
                    </a:lnT>
                    <a:lnB>
                      <a:noFill/>
                    </a:lnB>
                    <a:noFill/>
                  </a:tcPr>
                </a:tc>
                <a:tc>
                  <a:txBody>
                    <a:bodyPr/>
                    <a:lstStyle/>
                    <a:p>
                      <a:pPr>
                        <a:buNone/>
                      </a:pPr>
                      <a:r>
                        <a:rPr lang="en-GB" sz="1300"/>
                        <a:t>Yes/No</a:t>
                      </a:r>
                    </a:p>
                  </a:txBody>
                  <a:tcPr marL="83147" marR="83147" marT="41573" marB="41573" anchor="ctr">
                    <a:lnL>
                      <a:noFill/>
                    </a:lnL>
                    <a:lnR>
                      <a:noFill/>
                    </a:lnR>
                    <a:lnT>
                      <a:noFill/>
                    </a:lnT>
                    <a:lnB>
                      <a:noFill/>
                    </a:lnB>
                    <a:noFill/>
                  </a:tcPr>
                </a:tc>
                <a:tc>
                  <a:txBody>
                    <a:bodyPr/>
                    <a:lstStyle/>
                    <a:p>
                      <a:pPr>
                        <a:buNone/>
                      </a:pPr>
                      <a:r>
                        <a:rPr lang="en-GB" sz="130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1910765874"/>
                  </a:ext>
                </a:extLst>
              </a:tr>
              <a:tr h="317075">
                <a:tc>
                  <a:txBody>
                    <a:bodyPr/>
                    <a:lstStyle/>
                    <a:p>
                      <a:pPr>
                        <a:buNone/>
                      </a:pPr>
                      <a:r>
                        <a:rPr lang="en-GB" sz="1300"/>
                        <a:t>ivf_success</a:t>
                      </a:r>
                    </a:p>
                  </a:txBody>
                  <a:tcPr marL="83147" marR="83147" marT="41573" marB="41573" anchor="ctr">
                    <a:lnL>
                      <a:noFill/>
                    </a:lnL>
                    <a:lnR>
                      <a:noFill/>
                    </a:lnR>
                    <a:lnT>
                      <a:noFill/>
                    </a:lnT>
                    <a:lnB>
                      <a:noFill/>
                    </a:lnB>
                    <a:noFill/>
                  </a:tcPr>
                </a:tc>
                <a:tc>
                  <a:txBody>
                    <a:bodyPr/>
                    <a:lstStyle/>
                    <a:p>
                      <a:pPr>
                        <a:buNone/>
                      </a:pPr>
                      <a:r>
                        <a:rPr lang="en-GB" sz="1300"/>
                        <a:t>IVF success outcome</a:t>
                      </a:r>
                    </a:p>
                  </a:txBody>
                  <a:tcPr marL="83147" marR="83147" marT="41573" marB="41573" anchor="ctr">
                    <a:lnL>
                      <a:noFill/>
                    </a:lnL>
                    <a:lnR>
                      <a:noFill/>
                    </a:lnR>
                    <a:lnT>
                      <a:noFill/>
                    </a:lnT>
                    <a:lnB>
                      <a:noFill/>
                    </a:lnB>
                    <a:noFill/>
                  </a:tcPr>
                </a:tc>
                <a:tc>
                  <a:txBody>
                    <a:bodyPr/>
                    <a:lstStyle/>
                    <a:p>
                      <a:pPr>
                        <a:buNone/>
                      </a:pPr>
                      <a:r>
                        <a:rPr lang="en-GB" sz="1300"/>
                        <a:t>Binary</a:t>
                      </a:r>
                    </a:p>
                  </a:txBody>
                  <a:tcPr marL="83147" marR="83147" marT="41573" marB="41573" anchor="ctr">
                    <a:lnL>
                      <a:noFill/>
                    </a:lnL>
                    <a:lnR>
                      <a:noFill/>
                    </a:lnR>
                    <a:lnT>
                      <a:noFill/>
                    </a:lnT>
                    <a:lnB>
                      <a:noFill/>
                    </a:lnB>
                    <a:noFill/>
                  </a:tcPr>
                </a:tc>
                <a:tc>
                  <a:txBody>
                    <a:bodyPr/>
                    <a:lstStyle/>
                    <a:p>
                      <a:pPr>
                        <a:buNone/>
                      </a:pPr>
                      <a:r>
                        <a:rPr lang="en-GB" sz="1300"/>
                        <a:t>1 = Success</a:t>
                      </a:r>
                    </a:p>
                  </a:txBody>
                  <a:tcPr marL="83147" marR="83147" marT="41573" marB="41573" anchor="ctr">
                    <a:lnL>
                      <a:noFill/>
                    </a:lnL>
                    <a:lnR>
                      <a:noFill/>
                    </a:lnR>
                    <a:lnT>
                      <a:noFill/>
                    </a:lnT>
                    <a:lnB>
                      <a:noFill/>
                    </a:lnB>
                    <a:noFill/>
                  </a:tcPr>
                </a:tc>
                <a:tc>
                  <a:txBody>
                    <a:bodyPr/>
                    <a:lstStyle/>
                    <a:p>
                      <a:pPr>
                        <a:buNone/>
                      </a:pPr>
                      <a:r>
                        <a:rPr lang="en-GB" sz="1300" dirty="0"/>
                        <a:t>High</a:t>
                      </a:r>
                    </a:p>
                  </a:txBody>
                  <a:tcPr marL="83147" marR="83147" marT="41573" marB="41573" anchor="ctr">
                    <a:lnL>
                      <a:noFill/>
                    </a:lnL>
                    <a:lnR>
                      <a:noFill/>
                    </a:lnR>
                    <a:lnT>
                      <a:noFill/>
                    </a:lnT>
                    <a:lnB>
                      <a:noFill/>
                    </a:lnB>
                    <a:noFill/>
                  </a:tcPr>
                </a:tc>
                <a:extLst>
                  <a:ext uri="{0D108BD9-81ED-4DB2-BD59-A6C34878D82A}">
                    <a16:rowId xmlns:a16="http://schemas.microsoft.com/office/drawing/2014/main" val="655933179"/>
                  </a:ext>
                </a:extLst>
              </a:tr>
            </a:tbl>
          </a:graphicData>
        </a:graphic>
      </p:graphicFrame>
      <p:sp>
        <p:nvSpPr>
          <p:cNvPr id="4" name="TextBox 3">
            <a:extLst>
              <a:ext uri="{FF2B5EF4-FFF2-40B4-BE49-F238E27FC236}">
                <a16:creationId xmlns:a16="http://schemas.microsoft.com/office/drawing/2014/main" id="{46CC1C05-CEE0-BB57-1F56-2E0D1CA347A8}"/>
              </a:ext>
            </a:extLst>
          </p:cNvPr>
          <p:cNvSpPr txBox="1"/>
          <p:nvPr/>
        </p:nvSpPr>
        <p:spPr>
          <a:xfrm>
            <a:off x="464574" y="926744"/>
            <a:ext cx="1125794" cy="307777"/>
          </a:xfrm>
          <a:prstGeom prst="rect">
            <a:avLst/>
          </a:prstGeom>
          <a:noFill/>
        </p:spPr>
        <p:txBody>
          <a:bodyPr wrap="square" rtlCol="0">
            <a:spAutoFit/>
          </a:bodyPr>
          <a:lstStyle/>
          <a:p>
            <a:r>
              <a:rPr lang="en-GB" b="1" dirty="0"/>
              <a:t>Dataset-2</a:t>
            </a:r>
          </a:p>
        </p:txBody>
      </p:sp>
    </p:spTree>
    <p:extLst>
      <p:ext uri="{BB962C8B-B14F-4D97-AF65-F5344CB8AC3E}">
        <p14:creationId xmlns:p14="http://schemas.microsoft.com/office/powerpoint/2010/main" val="1308502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C12B0DAE-0DCF-C5B8-B3CF-2F7E8DD62BC6}"/>
            </a:ext>
          </a:extLst>
        </p:cNvPr>
        <p:cNvGrpSpPr/>
        <p:nvPr/>
      </p:nvGrpSpPr>
      <p:grpSpPr>
        <a:xfrm>
          <a:off x="0" y="0"/>
          <a:ext cx="0" cy="0"/>
          <a:chOff x="0" y="0"/>
          <a:chExt cx="0" cy="0"/>
        </a:xfrm>
      </p:grpSpPr>
      <p:sp>
        <p:nvSpPr>
          <p:cNvPr id="106" name="Google Shape;106;p15">
            <a:extLst>
              <a:ext uri="{FF2B5EF4-FFF2-40B4-BE49-F238E27FC236}">
                <a16:creationId xmlns:a16="http://schemas.microsoft.com/office/drawing/2014/main" id="{AF261B03-DA49-17C2-2160-6E023A67AA16}"/>
              </a:ext>
            </a:extLst>
          </p:cNvPr>
          <p:cNvSpPr txBox="1">
            <a:spLocks noGrp="1"/>
          </p:cNvSpPr>
          <p:nvPr>
            <p:ph type="title"/>
          </p:nvPr>
        </p:nvSpPr>
        <p:spPr>
          <a:xfrm>
            <a:off x="108155" y="147830"/>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Dictionary </a:t>
            </a:r>
            <a:endParaRPr sz="3200" b="1" dirty="0">
              <a:latin typeface="Times New Roman"/>
              <a:ea typeface="Times New Roman"/>
              <a:cs typeface="Times New Roman"/>
              <a:sym typeface="Times New Roman"/>
            </a:endParaRPr>
          </a:p>
        </p:txBody>
      </p:sp>
      <p:pic>
        <p:nvPicPr>
          <p:cNvPr id="107" name="Google Shape;107;p15" descr="360DigiTMG Reviews - 52 Reviews of 360digitmg.com | Sitejabber">
            <a:extLst>
              <a:ext uri="{FF2B5EF4-FFF2-40B4-BE49-F238E27FC236}">
                <a16:creationId xmlns:a16="http://schemas.microsoft.com/office/drawing/2014/main" id="{4BF7731D-5502-513E-B021-7F475AAF54CA}"/>
              </a:ext>
            </a:extLst>
          </p:cNvPr>
          <p:cNvPicPr preferRelativeResize="0"/>
          <p:nvPr/>
        </p:nvPicPr>
        <p:blipFill rotWithShape="1">
          <a:blip r:embed="rId3">
            <a:alphaModFix/>
          </a:blip>
          <a:srcRect/>
          <a:stretch/>
        </p:blipFill>
        <p:spPr>
          <a:xfrm>
            <a:off x="9692919" y="5896947"/>
            <a:ext cx="2277039" cy="808338"/>
          </a:xfrm>
          <a:prstGeom prst="rect">
            <a:avLst/>
          </a:prstGeom>
          <a:noFill/>
          <a:ln>
            <a:noFill/>
          </a:ln>
        </p:spPr>
      </p:pic>
      <p:graphicFrame>
        <p:nvGraphicFramePr>
          <p:cNvPr id="2" name="Table 1">
            <a:extLst>
              <a:ext uri="{FF2B5EF4-FFF2-40B4-BE49-F238E27FC236}">
                <a16:creationId xmlns:a16="http://schemas.microsoft.com/office/drawing/2014/main" id="{4A8C4A0D-352D-F988-DF2D-146DA1BD36B9}"/>
              </a:ext>
            </a:extLst>
          </p:cNvPr>
          <p:cNvGraphicFramePr>
            <a:graphicFrameLocks noGrp="1"/>
          </p:cNvGraphicFramePr>
          <p:nvPr/>
        </p:nvGraphicFramePr>
        <p:xfrm>
          <a:off x="464574" y="943896"/>
          <a:ext cx="10515600" cy="3721074"/>
        </p:xfrm>
        <a:graphic>
          <a:graphicData uri="http://schemas.openxmlformats.org/drawingml/2006/table">
            <a:tbl>
              <a:tblPr/>
              <a:tblGrid>
                <a:gridCol w="2628900">
                  <a:extLst>
                    <a:ext uri="{9D8B030D-6E8A-4147-A177-3AD203B41FA5}">
                      <a16:colId xmlns:a16="http://schemas.microsoft.com/office/drawing/2014/main" val="3119280245"/>
                    </a:ext>
                  </a:extLst>
                </a:gridCol>
                <a:gridCol w="2628900">
                  <a:extLst>
                    <a:ext uri="{9D8B030D-6E8A-4147-A177-3AD203B41FA5}">
                      <a16:colId xmlns:a16="http://schemas.microsoft.com/office/drawing/2014/main" val="3508631184"/>
                    </a:ext>
                  </a:extLst>
                </a:gridCol>
                <a:gridCol w="2628900">
                  <a:extLst>
                    <a:ext uri="{9D8B030D-6E8A-4147-A177-3AD203B41FA5}">
                      <a16:colId xmlns:a16="http://schemas.microsoft.com/office/drawing/2014/main" val="2282304315"/>
                    </a:ext>
                  </a:extLst>
                </a:gridCol>
                <a:gridCol w="2628900">
                  <a:extLst>
                    <a:ext uri="{9D8B030D-6E8A-4147-A177-3AD203B41FA5}">
                      <a16:colId xmlns:a16="http://schemas.microsoft.com/office/drawing/2014/main" val="927358829"/>
                    </a:ext>
                  </a:extLst>
                </a:gridCol>
              </a:tblGrid>
              <a:tr h="531582">
                <a:tc>
                  <a:txBody>
                    <a:bodyPr/>
                    <a:lstStyle/>
                    <a:p>
                      <a:pPr>
                        <a:buNone/>
                      </a:pPr>
                      <a:endParaRPr lang="en-GB" dirty="0"/>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4277793723"/>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940142204"/>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695295474"/>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641886825"/>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814854760"/>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1848800048"/>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extLst>
                  <a:ext uri="{0D108BD9-81ED-4DB2-BD59-A6C34878D82A}">
                    <a16:rowId xmlns:a16="http://schemas.microsoft.com/office/drawing/2014/main" val="2170923197"/>
                  </a:ext>
                </a:extLst>
              </a:tr>
            </a:tbl>
          </a:graphicData>
        </a:graphic>
      </p:graphicFrame>
      <p:graphicFrame>
        <p:nvGraphicFramePr>
          <p:cNvPr id="3" name="Table 2">
            <a:extLst>
              <a:ext uri="{FF2B5EF4-FFF2-40B4-BE49-F238E27FC236}">
                <a16:creationId xmlns:a16="http://schemas.microsoft.com/office/drawing/2014/main" id="{6D37711D-EDCB-C3FA-617E-39AB5059ED25}"/>
              </a:ext>
            </a:extLst>
          </p:cNvPr>
          <p:cNvGraphicFramePr>
            <a:graphicFrameLocks noGrp="1"/>
          </p:cNvGraphicFramePr>
          <p:nvPr>
            <p:extLst>
              <p:ext uri="{D42A27DB-BD31-4B8C-83A1-F6EECF244321}">
                <p14:modId xmlns:p14="http://schemas.microsoft.com/office/powerpoint/2010/main" val="604301108"/>
              </p:ext>
            </p:extLst>
          </p:nvPr>
        </p:nvGraphicFramePr>
        <p:xfrm>
          <a:off x="464574" y="1219021"/>
          <a:ext cx="11236030" cy="5082095"/>
        </p:xfrm>
        <a:graphic>
          <a:graphicData uri="http://schemas.openxmlformats.org/drawingml/2006/table">
            <a:tbl>
              <a:tblPr/>
              <a:tblGrid>
                <a:gridCol w="2247206">
                  <a:extLst>
                    <a:ext uri="{9D8B030D-6E8A-4147-A177-3AD203B41FA5}">
                      <a16:colId xmlns:a16="http://schemas.microsoft.com/office/drawing/2014/main" val="3485436267"/>
                    </a:ext>
                  </a:extLst>
                </a:gridCol>
                <a:gridCol w="2247206">
                  <a:extLst>
                    <a:ext uri="{9D8B030D-6E8A-4147-A177-3AD203B41FA5}">
                      <a16:colId xmlns:a16="http://schemas.microsoft.com/office/drawing/2014/main" val="2512974275"/>
                    </a:ext>
                  </a:extLst>
                </a:gridCol>
                <a:gridCol w="2247206">
                  <a:extLst>
                    <a:ext uri="{9D8B030D-6E8A-4147-A177-3AD203B41FA5}">
                      <a16:colId xmlns:a16="http://schemas.microsoft.com/office/drawing/2014/main" val="3007350322"/>
                    </a:ext>
                  </a:extLst>
                </a:gridCol>
                <a:gridCol w="2247206">
                  <a:extLst>
                    <a:ext uri="{9D8B030D-6E8A-4147-A177-3AD203B41FA5}">
                      <a16:colId xmlns:a16="http://schemas.microsoft.com/office/drawing/2014/main" val="2324134952"/>
                    </a:ext>
                  </a:extLst>
                </a:gridCol>
                <a:gridCol w="2247206">
                  <a:extLst>
                    <a:ext uri="{9D8B030D-6E8A-4147-A177-3AD203B41FA5}">
                      <a16:colId xmlns:a16="http://schemas.microsoft.com/office/drawing/2014/main" val="2663898264"/>
                    </a:ext>
                  </a:extLst>
                </a:gridCol>
              </a:tblGrid>
              <a:tr h="283916">
                <a:tc>
                  <a:txBody>
                    <a:bodyPr/>
                    <a:lstStyle/>
                    <a:p>
                      <a:pPr>
                        <a:buNone/>
                      </a:pPr>
                      <a:r>
                        <a:rPr lang="en-GB" sz="1100" b="1" dirty="0"/>
                        <a:t>Column Name</a:t>
                      </a:r>
                    </a:p>
                  </a:txBody>
                  <a:tcPr marL="72927" marR="72927" marT="36464" marB="36464" anchor="ctr">
                    <a:lnL>
                      <a:noFill/>
                    </a:lnL>
                    <a:lnR>
                      <a:noFill/>
                    </a:lnR>
                    <a:lnT>
                      <a:noFill/>
                    </a:lnT>
                    <a:lnB>
                      <a:noFill/>
                    </a:lnB>
                    <a:noFill/>
                  </a:tcPr>
                </a:tc>
                <a:tc>
                  <a:txBody>
                    <a:bodyPr/>
                    <a:lstStyle/>
                    <a:p>
                      <a:pPr>
                        <a:buNone/>
                      </a:pPr>
                      <a:r>
                        <a:rPr lang="en-GB" sz="1100" b="1" dirty="0"/>
                        <a:t>Description</a:t>
                      </a:r>
                    </a:p>
                  </a:txBody>
                  <a:tcPr marL="72927" marR="72927" marT="36464" marB="36464" anchor="ctr">
                    <a:lnL>
                      <a:noFill/>
                    </a:lnL>
                    <a:lnR>
                      <a:noFill/>
                    </a:lnR>
                    <a:lnT>
                      <a:noFill/>
                    </a:lnT>
                    <a:lnB>
                      <a:noFill/>
                    </a:lnB>
                    <a:noFill/>
                  </a:tcPr>
                </a:tc>
                <a:tc>
                  <a:txBody>
                    <a:bodyPr/>
                    <a:lstStyle/>
                    <a:p>
                      <a:pPr>
                        <a:buNone/>
                      </a:pPr>
                      <a:r>
                        <a:rPr lang="en-GB" sz="1100" b="1" dirty="0"/>
                        <a:t>Data Type</a:t>
                      </a:r>
                    </a:p>
                  </a:txBody>
                  <a:tcPr marL="72927" marR="72927" marT="36464" marB="36464" anchor="ctr">
                    <a:lnL>
                      <a:noFill/>
                    </a:lnL>
                    <a:lnR>
                      <a:noFill/>
                    </a:lnR>
                    <a:lnT>
                      <a:noFill/>
                    </a:lnT>
                    <a:lnB>
                      <a:noFill/>
                    </a:lnB>
                    <a:noFill/>
                  </a:tcPr>
                </a:tc>
                <a:tc>
                  <a:txBody>
                    <a:bodyPr/>
                    <a:lstStyle/>
                    <a:p>
                      <a:pPr>
                        <a:buNone/>
                      </a:pPr>
                      <a:r>
                        <a:rPr lang="en-GB" sz="1100" b="1" dirty="0"/>
                        <a:t>Unit</a:t>
                      </a:r>
                    </a:p>
                  </a:txBody>
                  <a:tcPr marL="72927" marR="72927" marT="36464" marB="36464" anchor="ctr">
                    <a:lnL>
                      <a:noFill/>
                    </a:lnL>
                    <a:lnR>
                      <a:noFill/>
                    </a:lnR>
                    <a:lnT>
                      <a:noFill/>
                    </a:lnT>
                    <a:lnB>
                      <a:noFill/>
                    </a:lnB>
                    <a:noFill/>
                  </a:tcPr>
                </a:tc>
                <a:tc>
                  <a:txBody>
                    <a:bodyPr/>
                    <a:lstStyle/>
                    <a:p>
                      <a:pPr>
                        <a:buNone/>
                      </a:pPr>
                      <a:r>
                        <a:rPr lang="en-GB" sz="1100" b="1" dirty="0"/>
                        <a:t>Relevance</a:t>
                      </a:r>
                    </a:p>
                  </a:txBody>
                  <a:tcPr marL="72927" marR="72927" marT="36464" marB="36464" anchor="ctr">
                    <a:lnL>
                      <a:noFill/>
                    </a:lnL>
                    <a:lnR>
                      <a:noFill/>
                    </a:lnR>
                    <a:lnT>
                      <a:noFill/>
                    </a:lnT>
                    <a:lnB>
                      <a:noFill/>
                    </a:lnB>
                    <a:noFill/>
                  </a:tcPr>
                </a:tc>
                <a:extLst>
                  <a:ext uri="{0D108BD9-81ED-4DB2-BD59-A6C34878D82A}">
                    <a16:rowId xmlns:a16="http://schemas.microsoft.com/office/drawing/2014/main" val="1620657453"/>
                  </a:ext>
                </a:extLst>
              </a:tr>
              <a:tr h="283916">
                <a:tc>
                  <a:txBody>
                    <a:bodyPr/>
                    <a:lstStyle/>
                    <a:p>
                      <a:pPr>
                        <a:buNone/>
                      </a:pPr>
                      <a:r>
                        <a:rPr lang="en-GB" sz="1100"/>
                        <a:t>age_(in_years)</a:t>
                      </a:r>
                    </a:p>
                  </a:txBody>
                  <a:tcPr marL="72927" marR="72927" marT="36464" marB="36464" anchor="ctr">
                    <a:lnL>
                      <a:noFill/>
                    </a:lnL>
                    <a:lnR>
                      <a:noFill/>
                    </a:lnR>
                    <a:lnT>
                      <a:noFill/>
                    </a:lnT>
                    <a:lnB>
                      <a:noFill/>
                    </a:lnB>
                    <a:noFill/>
                  </a:tcPr>
                </a:tc>
                <a:tc>
                  <a:txBody>
                    <a:bodyPr/>
                    <a:lstStyle/>
                    <a:p>
                      <a:pPr>
                        <a:buNone/>
                      </a:pPr>
                      <a:r>
                        <a:rPr lang="en-GB" sz="1100"/>
                        <a:t>Patient age</a:t>
                      </a:r>
                    </a:p>
                  </a:txBody>
                  <a:tcPr marL="72927" marR="72927" marT="36464" marB="36464" anchor="ctr">
                    <a:lnL>
                      <a:noFill/>
                    </a:lnL>
                    <a:lnR>
                      <a:noFill/>
                    </a:lnR>
                    <a:lnT>
                      <a:noFill/>
                    </a:lnT>
                    <a:lnB>
                      <a:noFill/>
                    </a:lnB>
                    <a:noFill/>
                  </a:tcPr>
                </a:tc>
                <a:tc>
                  <a:txBody>
                    <a:bodyPr/>
                    <a:lstStyle/>
                    <a:p>
                      <a:pPr>
                        <a:buNone/>
                      </a:pPr>
                      <a:r>
                        <a:rPr lang="en-GB" sz="1100"/>
                        <a:t>Numeric</a:t>
                      </a:r>
                    </a:p>
                  </a:txBody>
                  <a:tcPr marL="72927" marR="72927" marT="36464" marB="36464" anchor="ctr">
                    <a:lnL>
                      <a:noFill/>
                    </a:lnL>
                    <a:lnR>
                      <a:noFill/>
                    </a:lnR>
                    <a:lnT>
                      <a:noFill/>
                    </a:lnT>
                    <a:lnB>
                      <a:noFill/>
                    </a:lnB>
                    <a:noFill/>
                  </a:tcPr>
                </a:tc>
                <a:tc>
                  <a:txBody>
                    <a:bodyPr/>
                    <a:lstStyle/>
                    <a:p>
                      <a:pPr>
                        <a:buNone/>
                      </a:pPr>
                      <a:r>
                        <a:rPr lang="en-GB" sz="1100"/>
                        <a:t>Years</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1254694062"/>
                  </a:ext>
                </a:extLst>
              </a:tr>
              <a:tr h="482657">
                <a:tc>
                  <a:txBody>
                    <a:bodyPr/>
                    <a:lstStyle/>
                    <a:p>
                      <a:pPr>
                        <a:buNone/>
                      </a:pPr>
                      <a:r>
                        <a:rPr lang="en-GB" sz="1100" dirty="0" err="1"/>
                        <a:t>body_mass_index</a:t>
                      </a:r>
                      <a:r>
                        <a:rPr lang="en-GB" sz="1100" dirty="0"/>
                        <a:t>_(</a:t>
                      </a:r>
                      <a:r>
                        <a:rPr lang="en-GB" sz="1100" dirty="0" err="1"/>
                        <a:t>bmi</a:t>
                      </a:r>
                      <a:r>
                        <a:rPr lang="en-GB" sz="1100" dirty="0"/>
                        <a:t>)</a:t>
                      </a:r>
                    </a:p>
                  </a:txBody>
                  <a:tcPr marL="72927" marR="72927" marT="36464" marB="36464" anchor="ctr">
                    <a:lnL>
                      <a:noFill/>
                    </a:lnL>
                    <a:lnR>
                      <a:noFill/>
                    </a:lnR>
                    <a:lnT>
                      <a:noFill/>
                    </a:lnT>
                    <a:lnB>
                      <a:noFill/>
                    </a:lnB>
                    <a:noFill/>
                  </a:tcPr>
                </a:tc>
                <a:tc>
                  <a:txBody>
                    <a:bodyPr/>
                    <a:lstStyle/>
                    <a:p>
                      <a:pPr>
                        <a:buNone/>
                      </a:pPr>
                      <a:r>
                        <a:rPr lang="en-GB" sz="1100"/>
                        <a:t>BMI</a:t>
                      </a:r>
                    </a:p>
                  </a:txBody>
                  <a:tcPr marL="72927" marR="72927" marT="36464" marB="36464" anchor="ctr">
                    <a:lnL>
                      <a:noFill/>
                    </a:lnL>
                    <a:lnR>
                      <a:noFill/>
                    </a:lnR>
                    <a:lnT>
                      <a:noFill/>
                    </a:lnT>
                    <a:lnB>
                      <a:noFill/>
                    </a:lnB>
                    <a:noFill/>
                  </a:tcPr>
                </a:tc>
                <a:tc>
                  <a:txBody>
                    <a:bodyPr/>
                    <a:lstStyle/>
                    <a:p>
                      <a:pPr>
                        <a:buNone/>
                      </a:pPr>
                      <a:r>
                        <a:rPr lang="en-GB" sz="1100"/>
                        <a:t>Numeric</a:t>
                      </a:r>
                    </a:p>
                  </a:txBody>
                  <a:tcPr marL="72927" marR="72927" marT="36464" marB="36464" anchor="ctr">
                    <a:lnL>
                      <a:noFill/>
                    </a:lnL>
                    <a:lnR>
                      <a:noFill/>
                    </a:lnR>
                    <a:lnT>
                      <a:noFill/>
                    </a:lnT>
                    <a:lnB>
                      <a:noFill/>
                    </a:lnB>
                    <a:noFill/>
                  </a:tcPr>
                </a:tc>
                <a:tc>
                  <a:txBody>
                    <a:bodyPr/>
                    <a:lstStyle/>
                    <a:p>
                      <a:pPr>
                        <a:buNone/>
                      </a:pPr>
                      <a:r>
                        <a:rPr lang="en-GB" sz="1100"/>
                        <a:t>kg/m²</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970031301"/>
                  </a:ext>
                </a:extLst>
              </a:tr>
              <a:tr h="482657">
                <a:tc>
                  <a:txBody>
                    <a:bodyPr/>
                    <a:lstStyle/>
                    <a:p>
                      <a:pPr>
                        <a:buNone/>
                      </a:pPr>
                      <a:r>
                        <a:rPr lang="en-GB" sz="1100" dirty="0"/>
                        <a:t>parity</a:t>
                      </a:r>
                    </a:p>
                  </a:txBody>
                  <a:tcPr marL="72927" marR="72927" marT="36464" marB="36464" anchor="ctr">
                    <a:lnL>
                      <a:noFill/>
                    </a:lnL>
                    <a:lnR>
                      <a:noFill/>
                    </a:lnR>
                    <a:lnT>
                      <a:noFill/>
                    </a:lnT>
                    <a:lnB>
                      <a:noFill/>
                    </a:lnB>
                    <a:noFill/>
                  </a:tcPr>
                </a:tc>
                <a:tc>
                  <a:txBody>
                    <a:bodyPr/>
                    <a:lstStyle/>
                    <a:p>
                      <a:pPr>
                        <a:buNone/>
                      </a:pPr>
                      <a:r>
                        <a:rPr lang="en-GB" sz="1100"/>
                        <a:t>Number of previous births</a:t>
                      </a:r>
                    </a:p>
                  </a:txBody>
                  <a:tcPr marL="72927" marR="72927" marT="36464" marB="36464" anchor="ctr">
                    <a:lnL>
                      <a:noFill/>
                    </a:lnL>
                    <a:lnR>
                      <a:noFill/>
                    </a:lnR>
                    <a:lnT>
                      <a:noFill/>
                    </a:lnT>
                    <a:lnB>
                      <a:noFill/>
                    </a:lnB>
                    <a:noFill/>
                  </a:tcPr>
                </a:tc>
                <a:tc>
                  <a:txBody>
                    <a:bodyPr/>
                    <a:lstStyle/>
                    <a:p>
                      <a:pPr>
                        <a:buNone/>
                      </a:pPr>
                      <a:r>
                        <a:rPr lang="en-GB" sz="1100"/>
                        <a:t>Numeric</a:t>
                      </a:r>
                    </a:p>
                  </a:txBody>
                  <a:tcPr marL="72927" marR="72927" marT="36464" marB="36464" anchor="ctr">
                    <a:lnL>
                      <a:noFill/>
                    </a:lnL>
                    <a:lnR>
                      <a:noFill/>
                    </a:lnR>
                    <a:lnT>
                      <a:noFill/>
                    </a:lnT>
                    <a:lnB>
                      <a:noFill/>
                    </a:lnB>
                    <a:noFill/>
                  </a:tcPr>
                </a:tc>
                <a:tc>
                  <a:txBody>
                    <a:bodyPr/>
                    <a:lstStyle/>
                    <a:p>
                      <a:pPr>
                        <a:buNone/>
                      </a:pPr>
                      <a:r>
                        <a:rPr lang="en-GB" sz="1100"/>
                        <a:t>Count</a:t>
                      </a:r>
                    </a:p>
                  </a:txBody>
                  <a:tcPr marL="72927" marR="72927" marT="36464" marB="36464" anchor="ctr">
                    <a:lnL>
                      <a:noFill/>
                    </a:lnL>
                    <a:lnR>
                      <a:noFill/>
                    </a:lnR>
                    <a:lnT>
                      <a:noFill/>
                    </a:lnT>
                    <a:lnB>
                      <a:noFill/>
                    </a:lnB>
                    <a:noFill/>
                  </a:tcPr>
                </a:tc>
                <a:tc>
                  <a:txBody>
                    <a:bodyPr/>
                    <a:lstStyle/>
                    <a:p>
                      <a:pPr>
                        <a:buNone/>
                      </a:pPr>
                      <a:r>
                        <a:rPr lang="en-GB" sz="1100"/>
                        <a:t>Medium</a:t>
                      </a:r>
                    </a:p>
                  </a:txBody>
                  <a:tcPr marL="72927" marR="72927" marT="36464" marB="36464" anchor="ctr">
                    <a:lnL>
                      <a:noFill/>
                    </a:lnL>
                    <a:lnR>
                      <a:noFill/>
                    </a:lnR>
                    <a:lnT>
                      <a:noFill/>
                    </a:lnT>
                    <a:lnB>
                      <a:noFill/>
                    </a:lnB>
                    <a:noFill/>
                  </a:tcPr>
                </a:tc>
                <a:extLst>
                  <a:ext uri="{0D108BD9-81ED-4DB2-BD59-A6C34878D82A}">
                    <a16:rowId xmlns:a16="http://schemas.microsoft.com/office/drawing/2014/main" val="1246660819"/>
                  </a:ext>
                </a:extLst>
              </a:tr>
              <a:tr h="283916">
                <a:tc>
                  <a:txBody>
                    <a:bodyPr/>
                    <a:lstStyle/>
                    <a:p>
                      <a:pPr>
                        <a:buNone/>
                      </a:pPr>
                      <a:r>
                        <a:rPr lang="en-GB" sz="1100"/>
                        <a:t>is_menses_regular</a:t>
                      </a:r>
                    </a:p>
                  </a:txBody>
                  <a:tcPr marL="72927" marR="72927" marT="36464" marB="36464" anchor="ctr">
                    <a:lnL>
                      <a:noFill/>
                    </a:lnL>
                    <a:lnR>
                      <a:noFill/>
                    </a:lnR>
                    <a:lnT>
                      <a:noFill/>
                    </a:lnT>
                    <a:lnB>
                      <a:noFill/>
                    </a:lnB>
                    <a:noFill/>
                  </a:tcPr>
                </a:tc>
                <a:tc>
                  <a:txBody>
                    <a:bodyPr/>
                    <a:lstStyle/>
                    <a:p>
                      <a:pPr>
                        <a:buNone/>
                      </a:pPr>
                      <a:r>
                        <a:rPr lang="en-GB" sz="1100"/>
                        <a:t>Menstrual regularity</a:t>
                      </a:r>
                    </a:p>
                  </a:txBody>
                  <a:tcPr marL="72927" marR="72927" marT="36464" marB="36464" anchor="ctr">
                    <a:lnL>
                      <a:noFill/>
                    </a:lnL>
                    <a:lnR>
                      <a:noFill/>
                    </a:lnR>
                    <a:lnT>
                      <a:noFill/>
                    </a:lnT>
                    <a:lnB>
                      <a:noFill/>
                    </a:lnB>
                    <a:noFill/>
                  </a:tcPr>
                </a:tc>
                <a:tc>
                  <a:txBody>
                    <a:bodyPr/>
                    <a:lstStyle/>
                    <a:p>
                      <a:pPr>
                        <a:buNone/>
                      </a:pPr>
                      <a:r>
                        <a:rPr lang="en-GB" sz="1100"/>
                        <a:t>Categorical</a:t>
                      </a:r>
                    </a:p>
                  </a:txBody>
                  <a:tcPr marL="72927" marR="72927" marT="36464" marB="36464" anchor="ctr">
                    <a:lnL>
                      <a:noFill/>
                    </a:lnL>
                    <a:lnR>
                      <a:noFill/>
                    </a:lnR>
                    <a:lnT>
                      <a:noFill/>
                    </a:lnT>
                    <a:lnB>
                      <a:noFill/>
                    </a:lnB>
                    <a:noFill/>
                  </a:tcPr>
                </a:tc>
                <a:tc>
                  <a:txBody>
                    <a:bodyPr/>
                    <a:lstStyle/>
                    <a:p>
                      <a:pPr>
                        <a:buNone/>
                      </a:pPr>
                      <a:r>
                        <a:rPr lang="en-GB" sz="1100"/>
                        <a:t>Yes/No</a:t>
                      </a:r>
                    </a:p>
                  </a:txBody>
                  <a:tcPr marL="72927" marR="72927" marT="36464" marB="36464" anchor="ctr">
                    <a:lnL>
                      <a:noFill/>
                    </a:lnL>
                    <a:lnR>
                      <a:noFill/>
                    </a:lnR>
                    <a:lnT>
                      <a:noFill/>
                    </a:lnT>
                    <a:lnB>
                      <a:noFill/>
                    </a:lnB>
                    <a:noFill/>
                  </a:tcPr>
                </a:tc>
                <a:tc>
                  <a:txBody>
                    <a:bodyPr/>
                    <a:lstStyle/>
                    <a:p>
                      <a:pPr>
                        <a:buNone/>
                      </a:pPr>
                      <a:r>
                        <a:rPr lang="en-GB" sz="1100"/>
                        <a:t>Medium</a:t>
                      </a:r>
                    </a:p>
                  </a:txBody>
                  <a:tcPr marL="72927" marR="72927" marT="36464" marB="36464" anchor="ctr">
                    <a:lnL>
                      <a:noFill/>
                    </a:lnL>
                    <a:lnR>
                      <a:noFill/>
                    </a:lnR>
                    <a:lnT>
                      <a:noFill/>
                    </a:lnT>
                    <a:lnB>
                      <a:noFill/>
                    </a:lnB>
                    <a:noFill/>
                  </a:tcPr>
                </a:tc>
                <a:extLst>
                  <a:ext uri="{0D108BD9-81ED-4DB2-BD59-A6C34878D82A}">
                    <a16:rowId xmlns:a16="http://schemas.microsoft.com/office/drawing/2014/main" val="2454716047"/>
                  </a:ext>
                </a:extLst>
              </a:tr>
              <a:tr h="482657">
                <a:tc>
                  <a:txBody>
                    <a:bodyPr/>
                    <a:lstStyle/>
                    <a:p>
                      <a:pPr>
                        <a:buNone/>
                      </a:pPr>
                      <a:r>
                        <a:rPr lang="en-US" sz="1100"/>
                        <a:t>serum_fsh_value_(in_iu/l)</a:t>
                      </a:r>
                    </a:p>
                  </a:txBody>
                  <a:tcPr marL="72927" marR="72927" marT="36464" marB="36464" anchor="ctr">
                    <a:lnL>
                      <a:noFill/>
                    </a:lnL>
                    <a:lnR>
                      <a:noFill/>
                    </a:lnR>
                    <a:lnT>
                      <a:noFill/>
                    </a:lnT>
                    <a:lnB>
                      <a:noFill/>
                    </a:lnB>
                    <a:noFill/>
                  </a:tcPr>
                </a:tc>
                <a:tc>
                  <a:txBody>
                    <a:bodyPr/>
                    <a:lstStyle/>
                    <a:p>
                      <a:pPr>
                        <a:buNone/>
                      </a:pPr>
                      <a:r>
                        <a:rPr lang="en-GB" sz="1100"/>
                        <a:t>Serum FSH level</a:t>
                      </a:r>
                    </a:p>
                  </a:txBody>
                  <a:tcPr marL="72927" marR="72927" marT="36464" marB="36464" anchor="ctr">
                    <a:lnL>
                      <a:noFill/>
                    </a:lnL>
                    <a:lnR>
                      <a:noFill/>
                    </a:lnR>
                    <a:lnT>
                      <a:noFill/>
                    </a:lnT>
                    <a:lnB>
                      <a:noFill/>
                    </a:lnB>
                    <a:noFill/>
                  </a:tcPr>
                </a:tc>
                <a:tc>
                  <a:txBody>
                    <a:bodyPr/>
                    <a:lstStyle/>
                    <a:p>
                      <a:pPr>
                        <a:buNone/>
                      </a:pPr>
                      <a:r>
                        <a:rPr lang="en-GB" sz="1100"/>
                        <a:t>Numeric</a:t>
                      </a:r>
                    </a:p>
                  </a:txBody>
                  <a:tcPr marL="72927" marR="72927" marT="36464" marB="36464" anchor="ctr">
                    <a:lnL>
                      <a:noFill/>
                    </a:lnL>
                    <a:lnR>
                      <a:noFill/>
                    </a:lnR>
                    <a:lnT>
                      <a:noFill/>
                    </a:lnT>
                    <a:lnB>
                      <a:noFill/>
                    </a:lnB>
                    <a:noFill/>
                  </a:tcPr>
                </a:tc>
                <a:tc>
                  <a:txBody>
                    <a:bodyPr/>
                    <a:lstStyle/>
                    <a:p>
                      <a:pPr>
                        <a:buNone/>
                      </a:pPr>
                      <a:r>
                        <a:rPr lang="en-GB" sz="1100"/>
                        <a:t>IU/L</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299477616"/>
                  </a:ext>
                </a:extLst>
              </a:tr>
              <a:tr h="482657">
                <a:tc>
                  <a:txBody>
                    <a:bodyPr/>
                    <a:lstStyle/>
                    <a:p>
                      <a:pPr>
                        <a:buNone/>
                      </a:pPr>
                      <a:r>
                        <a:rPr lang="en-US" sz="1100"/>
                        <a:t>serum_amh_value_(in_pmol/l)</a:t>
                      </a:r>
                    </a:p>
                  </a:txBody>
                  <a:tcPr marL="72927" marR="72927" marT="36464" marB="36464" anchor="ctr">
                    <a:lnL>
                      <a:noFill/>
                    </a:lnL>
                    <a:lnR>
                      <a:noFill/>
                    </a:lnR>
                    <a:lnT>
                      <a:noFill/>
                    </a:lnT>
                    <a:lnB>
                      <a:noFill/>
                    </a:lnB>
                    <a:noFill/>
                  </a:tcPr>
                </a:tc>
                <a:tc>
                  <a:txBody>
                    <a:bodyPr/>
                    <a:lstStyle/>
                    <a:p>
                      <a:pPr>
                        <a:buNone/>
                      </a:pPr>
                      <a:r>
                        <a:rPr lang="en-GB" sz="1100"/>
                        <a:t>Serum AMH level</a:t>
                      </a:r>
                    </a:p>
                  </a:txBody>
                  <a:tcPr marL="72927" marR="72927" marT="36464" marB="36464" anchor="ctr">
                    <a:lnL>
                      <a:noFill/>
                    </a:lnL>
                    <a:lnR>
                      <a:noFill/>
                    </a:lnR>
                    <a:lnT>
                      <a:noFill/>
                    </a:lnT>
                    <a:lnB>
                      <a:noFill/>
                    </a:lnB>
                    <a:noFill/>
                  </a:tcPr>
                </a:tc>
                <a:tc>
                  <a:txBody>
                    <a:bodyPr/>
                    <a:lstStyle/>
                    <a:p>
                      <a:pPr>
                        <a:buNone/>
                      </a:pPr>
                      <a:r>
                        <a:rPr lang="en-GB" sz="1100"/>
                        <a:t>Numeric</a:t>
                      </a:r>
                    </a:p>
                  </a:txBody>
                  <a:tcPr marL="72927" marR="72927" marT="36464" marB="36464" anchor="ctr">
                    <a:lnL>
                      <a:noFill/>
                    </a:lnL>
                    <a:lnR>
                      <a:noFill/>
                    </a:lnR>
                    <a:lnT>
                      <a:noFill/>
                    </a:lnT>
                    <a:lnB>
                      <a:noFill/>
                    </a:lnB>
                    <a:noFill/>
                  </a:tcPr>
                </a:tc>
                <a:tc>
                  <a:txBody>
                    <a:bodyPr/>
                    <a:lstStyle/>
                    <a:p>
                      <a:pPr>
                        <a:buNone/>
                      </a:pPr>
                      <a:r>
                        <a:rPr lang="en-GB" sz="1100"/>
                        <a:t>pmol/L</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2694606260"/>
                  </a:ext>
                </a:extLst>
              </a:tr>
              <a:tr h="482657">
                <a:tc>
                  <a:txBody>
                    <a:bodyPr/>
                    <a:lstStyle/>
                    <a:p>
                      <a:pPr>
                        <a:buNone/>
                      </a:pPr>
                      <a:r>
                        <a:rPr lang="en-GB" sz="1100"/>
                        <a:t>number_of_oocytes_retrieved</a:t>
                      </a:r>
                    </a:p>
                  </a:txBody>
                  <a:tcPr marL="72927" marR="72927" marT="36464" marB="36464" anchor="ctr">
                    <a:lnL>
                      <a:noFill/>
                    </a:lnL>
                    <a:lnR>
                      <a:noFill/>
                    </a:lnR>
                    <a:lnT>
                      <a:noFill/>
                    </a:lnT>
                    <a:lnB>
                      <a:noFill/>
                    </a:lnB>
                    <a:noFill/>
                  </a:tcPr>
                </a:tc>
                <a:tc>
                  <a:txBody>
                    <a:bodyPr/>
                    <a:lstStyle/>
                    <a:p>
                      <a:pPr>
                        <a:buNone/>
                      </a:pPr>
                      <a:r>
                        <a:rPr lang="en-GB" sz="1100"/>
                        <a:t>Oocytes retrieved</a:t>
                      </a:r>
                    </a:p>
                  </a:txBody>
                  <a:tcPr marL="72927" marR="72927" marT="36464" marB="36464" anchor="ctr">
                    <a:lnL>
                      <a:noFill/>
                    </a:lnL>
                    <a:lnR>
                      <a:noFill/>
                    </a:lnR>
                    <a:lnT>
                      <a:noFill/>
                    </a:lnT>
                    <a:lnB>
                      <a:noFill/>
                    </a:lnB>
                    <a:noFill/>
                  </a:tcPr>
                </a:tc>
                <a:tc>
                  <a:txBody>
                    <a:bodyPr/>
                    <a:lstStyle/>
                    <a:p>
                      <a:pPr>
                        <a:buNone/>
                      </a:pPr>
                      <a:r>
                        <a:rPr lang="en-GB" sz="1100"/>
                        <a:t>Numeric</a:t>
                      </a:r>
                    </a:p>
                  </a:txBody>
                  <a:tcPr marL="72927" marR="72927" marT="36464" marB="36464" anchor="ctr">
                    <a:lnL>
                      <a:noFill/>
                    </a:lnL>
                    <a:lnR>
                      <a:noFill/>
                    </a:lnR>
                    <a:lnT>
                      <a:noFill/>
                    </a:lnT>
                    <a:lnB>
                      <a:noFill/>
                    </a:lnB>
                    <a:noFill/>
                  </a:tcPr>
                </a:tc>
                <a:tc>
                  <a:txBody>
                    <a:bodyPr/>
                    <a:lstStyle/>
                    <a:p>
                      <a:pPr>
                        <a:buNone/>
                      </a:pPr>
                      <a:r>
                        <a:rPr lang="en-GB" sz="1100"/>
                        <a:t>Count</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3521761005"/>
                  </a:ext>
                </a:extLst>
              </a:tr>
              <a:tr h="283916">
                <a:tc>
                  <a:txBody>
                    <a:bodyPr/>
                    <a:lstStyle/>
                    <a:p>
                      <a:pPr>
                        <a:buNone/>
                      </a:pPr>
                      <a:r>
                        <a:rPr lang="en-GB" sz="1100"/>
                        <a:t>method_of_fertilization</a:t>
                      </a:r>
                    </a:p>
                  </a:txBody>
                  <a:tcPr marL="72927" marR="72927" marT="36464" marB="36464" anchor="ctr">
                    <a:lnL>
                      <a:noFill/>
                    </a:lnL>
                    <a:lnR>
                      <a:noFill/>
                    </a:lnR>
                    <a:lnT>
                      <a:noFill/>
                    </a:lnT>
                    <a:lnB>
                      <a:noFill/>
                    </a:lnB>
                    <a:noFill/>
                  </a:tcPr>
                </a:tc>
                <a:tc>
                  <a:txBody>
                    <a:bodyPr/>
                    <a:lstStyle/>
                    <a:p>
                      <a:pPr>
                        <a:buNone/>
                      </a:pPr>
                      <a:r>
                        <a:rPr lang="en-GB" sz="1100"/>
                        <a:t>IVF / ICSI</a:t>
                      </a:r>
                    </a:p>
                  </a:txBody>
                  <a:tcPr marL="72927" marR="72927" marT="36464" marB="36464" anchor="ctr">
                    <a:lnL>
                      <a:noFill/>
                    </a:lnL>
                    <a:lnR>
                      <a:noFill/>
                    </a:lnR>
                    <a:lnT>
                      <a:noFill/>
                    </a:lnT>
                    <a:lnB>
                      <a:noFill/>
                    </a:lnB>
                    <a:noFill/>
                  </a:tcPr>
                </a:tc>
                <a:tc>
                  <a:txBody>
                    <a:bodyPr/>
                    <a:lstStyle/>
                    <a:p>
                      <a:pPr>
                        <a:buNone/>
                      </a:pPr>
                      <a:r>
                        <a:rPr lang="en-GB" sz="1100"/>
                        <a:t>Categorical</a:t>
                      </a:r>
                    </a:p>
                  </a:txBody>
                  <a:tcPr marL="72927" marR="72927" marT="36464" marB="36464" anchor="ctr">
                    <a:lnL>
                      <a:noFill/>
                    </a:lnL>
                    <a:lnR>
                      <a:noFill/>
                    </a:lnR>
                    <a:lnT>
                      <a:noFill/>
                    </a:lnT>
                    <a:lnB>
                      <a:noFill/>
                    </a:lnB>
                    <a:noFill/>
                  </a:tcPr>
                </a:tc>
                <a:tc>
                  <a:txBody>
                    <a:bodyPr/>
                    <a:lstStyle/>
                    <a:p>
                      <a:pPr>
                        <a:buNone/>
                      </a:pPr>
                      <a:r>
                        <a:rPr lang="en-GB" sz="1100"/>
                        <a:t>IVF/ICSI</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2532664664"/>
                  </a:ext>
                </a:extLst>
              </a:tr>
              <a:tr h="482657">
                <a:tc>
                  <a:txBody>
                    <a:bodyPr/>
                    <a:lstStyle/>
                    <a:p>
                      <a:pPr>
                        <a:buNone/>
                      </a:pPr>
                      <a:r>
                        <a:rPr lang="en-GB" sz="1100"/>
                        <a:t>quality_of_embryo_used</a:t>
                      </a:r>
                    </a:p>
                  </a:txBody>
                  <a:tcPr marL="72927" marR="72927" marT="36464" marB="36464" anchor="ctr">
                    <a:lnL>
                      <a:noFill/>
                    </a:lnL>
                    <a:lnR>
                      <a:noFill/>
                    </a:lnR>
                    <a:lnT>
                      <a:noFill/>
                    </a:lnT>
                    <a:lnB>
                      <a:noFill/>
                    </a:lnB>
                    <a:noFill/>
                  </a:tcPr>
                </a:tc>
                <a:tc>
                  <a:txBody>
                    <a:bodyPr/>
                    <a:lstStyle/>
                    <a:p>
                      <a:pPr>
                        <a:buNone/>
                      </a:pPr>
                      <a:r>
                        <a:rPr lang="en-GB" sz="1100"/>
                        <a:t>Embryo quality</a:t>
                      </a:r>
                    </a:p>
                  </a:txBody>
                  <a:tcPr marL="72927" marR="72927" marT="36464" marB="36464" anchor="ctr">
                    <a:lnL>
                      <a:noFill/>
                    </a:lnL>
                    <a:lnR>
                      <a:noFill/>
                    </a:lnR>
                    <a:lnT>
                      <a:noFill/>
                    </a:lnT>
                    <a:lnB>
                      <a:noFill/>
                    </a:lnB>
                    <a:noFill/>
                  </a:tcPr>
                </a:tc>
                <a:tc>
                  <a:txBody>
                    <a:bodyPr/>
                    <a:lstStyle/>
                    <a:p>
                      <a:pPr>
                        <a:buNone/>
                      </a:pPr>
                      <a:r>
                        <a:rPr lang="en-GB" sz="1100"/>
                        <a:t>Categorical</a:t>
                      </a:r>
                    </a:p>
                  </a:txBody>
                  <a:tcPr marL="72927" marR="72927" marT="36464" marB="36464" anchor="ctr">
                    <a:lnL>
                      <a:noFill/>
                    </a:lnL>
                    <a:lnR>
                      <a:noFill/>
                    </a:lnR>
                    <a:lnT>
                      <a:noFill/>
                    </a:lnT>
                    <a:lnB>
                      <a:noFill/>
                    </a:lnB>
                    <a:noFill/>
                  </a:tcPr>
                </a:tc>
                <a:tc>
                  <a:txBody>
                    <a:bodyPr/>
                    <a:lstStyle/>
                    <a:p>
                      <a:pPr>
                        <a:buNone/>
                      </a:pPr>
                      <a:r>
                        <a:rPr lang="en-GB" sz="1100"/>
                        <a:t>Good/Average</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161362117"/>
                  </a:ext>
                </a:extLst>
              </a:tr>
              <a:tr h="283916">
                <a:tc>
                  <a:txBody>
                    <a:bodyPr/>
                    <a:lstStyle/>
                    <a:p>
                      <a:pPr>
                        <a:buNone/>
                      </a:pPr>
                      <a:r>
                        <a:rPr lang="en-GB" sz="1100"/>
                        <a:t>pregnancy_outcome</a:t>
                      </a:r>
                    </a:p>
                  </a:txBody>
                  <a:tcPr marL="72927" marR="72927" marT="36464" marB="36464" anchor="ctr">
                    <a:lnL>
                      <a:noFill/>
                    </a:lnL>
                    <a:lnR>
                      <a:noFill/>
                    </a:lnR>
                    <a:lnT>
                      <a:noFill/>
                    </a:lnT>
                    <a:lnB>
                      <a:noFill/>
                    </a:lnB>
                    <a:noFill/>
                  </a:tcPr>
                </a:tc>
                <a:tc>
                  <a:txBody>
                    <a:bodyPr/>
                    <a:lstStyle/>
                    <a:p>
                      <a:pPr>
                        <a:buNone/>
                      </a:pPr>
                      <a:r>
                        <a:rPr lang="en-GB" sz="1100"/>
                        <a:t>Pregnancy result</a:t>
                      </a:r>
                    </a:p>
                  </a:txBody>
                  <a:tcPr marL="72927" marR="72927" marT="36464" marB="36464" anchor="ctr">
                    <a:lnL>
                      <a:noFill/>
                    </a:lnL>
                    <a:lnR>
                      <a:noFill/>
                    </a:lnR>
                    <a:lnT>
                      <a:noFill/>
                    </a:lnT>
                    <a:lnB>
                      <a:noFill/>
                    </a:lnB>
                    <a:noFill/>
                  </a:tcPr>
                </a:tc>
                <a:tc>
                  <a:txBody>
                    <a:bodyPr/>
                    <a:lstStyle/>
                    <a:p>
                      <a:pPr>
                        <a:buNone/>
                      </a:pPr>
                      <a:r>
                        <a:rPr lang="en-GB" sz="1100"/>
                        <a:t>Categorical</a:t>
                      </a:r>
                    </a:p>
                  </a:txBody>
                  <a:tcPr marL="72927" marR="72927" marT="36464" marB="36464" anchor="ctr">
                    <a:lnL>
                      <a:noFill/>
                    </a:lnL>
                    <a:lnR>
                      <a:noFill/>
                    </a:lnR>
                    <a:lnT>
                      <a:noFill/>
                    </a:lnT>
                    <a:lnB>
                      <a:noFill/>
                    </a:lnB>
                    <a:noFill/>
                  </a:tcPr>
                </a:tc>
                <a:tc>
                  <a:txBody>
                    <a:bodyPr/>
                    <a:lstStyle/>
                    <a:p>
                      <a:pPr>
                        <a:buNone/>
                      </a:pPr>
                      <a:r>
                        <a:rPr lang="en-GB" sz="1100"/>
                        <a:t>Live birth, loss</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1432643889"/>
                  </a:ext>
                </a:extLst>
              </a:tr>
              <a:tr h="283916">
                <a:tc>
                  <a:txBody>
                    <a:bodyPr/>
                    <a:lstStyle/>
                    <a:p>
                      <a:pPr>
                        <a:buNone/>
                      </a:pPr>
                      <a:r>
                        <a:rPr lang="en-GB" sz="1100"/>
                        <a:t>ivf_success</a:t>
                      </a:r>
                    </a:p>
                  </a:txBody>
                  <a:tcPr marL="72927" marR="72927" marT="36464" marB="36464" anchor="ctr">
                    <a:lnL>
                      <a:noFill/>
                    </a:lnL>
                    <a:lnR>
                      <a:noFill/>
                    </a:lnR>
                    <a:lnT>
                      <a:noFill/>
                    </a:lnT>
                    <a:lnB>
                      <a:noFill/>
                    </a:lnB>
                    <a:noFill/>
                  </a:tcPr>
                </a:tc>
                <a:tc>
                  <a:txBody>
                    <a:bodyPr/>
                    <a:lstStyle/>
                    <a:p>
                      <a:pPr>
                        <a:buNone/>
                      </a:pPr>
                      <a:r>
                        <a:rPr lang="en-GB" sz="1100"/>
                        <a:t>IVF success flag</a:t>
                      </a:r>
                    </a:p>
                  </a:txBody>
                  <a:tcPr marL="72927" marR="72927" marT="36464" marB="36464" anchor="ctr">
                    <a:lnL>
                      <a:noFill/>
                    </a:lnL>
                    <a:lnR>
                      <a:noFill/>
                    </a:lnR>
                    <a:lnT>
                      <a:noFill/>
                    </a:lnT>
                    <a:lnB>
                      <a:noFill/>
                    </a:lnB>
                    <a:noFill/>
                  </a:tcPr>
                </a:tc>
                <a:tc>
                  <a:txBody>
                    <a:bodyPr/>
                    <a:lstStyle/>
                    <a:p>
                      <a:pPr>
                        <a:buNone/>
                      </a:pPr>
                      <a:r>
                        <a:rPr lang="en-GB" sz="1100"/>
                        <a:t>Binary</a:t>
                      </a:r>
                    </a:p>
                  </a:txBody>
                  <a:tcPr marL="72927" marR="72927" marT="36464" marB="36464" anchor="ctr">
                    <a:lnL>
                      <a:noFill/>
                    </a:lnL>
                    <a:lnR>
                      <a:noFill/>
                    </a:lnR>
                    <a:lnT>
                      <a:noFill/>
                    </a:lnT>
                    <a:lnB>
                      <a:noFill/>
                    </a:lnB>
                    <a:noFill/>
                  </a:tcPr>
                </a:tc>
                <a:tc>
                  <a:txBody>
                    <a:bodyPr/>
                    <a:lstStyle/>
                    <a:p>
                      <a:pPr>
                        <a:buNone/>
                      </a:pPr>
                      <a:r>
                        <a:rPr lang="en-GB" sz="1100"/>
                        <a:t>1 = Success</a:t>
                      </a:r>
                    </a:p>
                  </a:txBody>
                  <a:tcPr marL="72927" marR="72927" marT="36464" marB="36464" anchor="ctr">
                    <a:lnL>
                      <a:noFill/>
                    </a:lnL>
                    <a:lnR>
                      <a:noFill/>
                    </a:lnR>
                    <a:lnT>
                      <a:noFill/>
                    </a:lnT>
                    <a:lnB>
                      <a:noFill/>
                    </a:lnB>
                    <a:noFill/>
                  </a:tcPr>
                </a:tc>
                <a:tc>
                  <a:txBody>
                    <a:bodyPr/>
                    <a:lstStyle/>
                    <a:p>
                      <a:pPr>
                        <a:buNone/>
                      </a:pPr>
                      <a:r>
                        <a:rPr lang="en-GB" sz="1100"/>
                        <a:t>High</a:t>
                      </a:r>
                    </a:p>
                  </a:txBody>
                  <a:tcPr marL="72927" marR="72927" marT="36464" marB="36464" anchor="ctr">
                    <a:lnL>
                      <a:noFill/>
                    </a:lnL>
                    <a:lnR>
                      <a:noFill/>
                    </a:lnR>
                    <a:lnT>
                      <a:noFill/>
                    </a:lnT>
                    <a:lnB>
                      <a:noFill/>
                    </a:lnB>
                    <a:noFill/>
                  </a:tcPr>
                </a:tc>
                <a:extLst>
                  <a:ext uri="{0D108BD9-81ED-4DB2-BD59-A6C34878D82A}">
                    <a16:rowId xmlns:a16="http://schemas.microsoft.com/office/drawing/2014/main" val="873204940"/>
                  </a:ext>
                </a:extLst>
              </a:tr>
              <a:tr h="482657">
                <a:tc>
                  <a:txBody>
                    <a:bodyPr/>
                    <a:lstStyle/>
                    <a:p>
                      <a:pPr>
                        <a:buNone/>
                      </a:pPr>
                      <a:r>
                        <a:rPr lang="en-US" sz="1100"/>
                        <a:t>how_do_you_feel_about_the_ivf_experience</a:t>
                      </a:r>
                    </a:p>
                  </a:txBody>
                  <a:tcPr marL="72927" marR="72927" marT="36464" marB="36464" anchor="ctr">
                    <a:lnL>
                      <a:noFill/>
                    </a:lnL>
                    <a:lnR>
                      <a:noFill/>
                    </a:lnR>
                    <a:lnT>
                      <a:noFill/>
                    </a:lnT>
                    <a:lnB>
                      <a:noFill/>
                    </a:lnB>
                    <a:noFill/>
                  </a:tcPr>
                </a:tc>
                <a:tc>
                  <a:txBody>
                    <a:bodyPr/>
                    <a:lstStyle/>
                    <a:p>
                      <a:pPr>
                        <a:buNone/>
                      </a:pPr>
                      <a:r>
                        <a:rPr lang="en-GB" sz="1100"/>
                        <a:t>Patient feedback</a:t>
                      </a:r>
                    </a:p>
                  </a:txBody>
                  <a:tcPr marL="72927" marR="72927" marT="36464" marB="36464" anchor="ctr">
                    <a:lnL>
                      <a:noFill/>
                    </a:lnL>
                    <a:lnR>
                      <a:noFill/>
                    </a:lnR>
                    <a:lnT>
                      <a:noFill/>
                    </a:lnT>
                    <a:lnB>
                      <a:noFill/>
                    </a:lnB>
                    <a:noFill/>
                  </a:tcPr>
                </a:tc>
                <a:tc>
                  <a:txBody>
                    <a:bodyPr/>
                    <a:lstStyle/>
                    <a:p>
                      <a:pPr>
                        <a:buNone/>
                      </a:pPr>
                      <a:r>
                        <a:rPr lang="en-GB" sz="1100"/>
                        <a:t>Categorical</a:t>
                      </a:r>
                    </a:p>
                  </a:txBody>
                  <a:tcPr marL="72927" marR="72927" marT="36464" marB="36464" anchor="ctr">
                    <a:lnL>
                      <a:noFill/>
                    </a:lnL>
                    <a:lnR>
                      <a:noFill/>
                    </a:lnR>
                    <a:lnT>
                      <a:noFill/>
                    </a:lnT>
                    <a:lnB>
                      <a:noFill/>
                    </a:lnB>
                    <a:noFill/>
                  </a:tcPr>
                </a:tc>
                <a:tc>
                  <a:txBody>
                    <a:bodyPr/>
                    <a:lstStyle/>
                    <a:p>
                      <a:pPr>
                        <a:buNone/>
                      </a:pPr>
                      <a:r>
                        <a:rPr lang="en-GB" sz="1100"/>
                        <a:t>Satisfied, Neutral</a:t>
                      </a:r>
                    </a:p>
                  </a:txBody>
                  <a:tcPr marL="72927" marR="72927" marT="36464" marB="36464" anchor="ctr">
                    <a:lnL>
                      <a:noFill/>
                    </a:lnL>
                    <a:lnR>
                      <a:noFill/>
                    </a:lnR>
                    <a:lnT>
                      <a:noFill/>
                    </a:lnT>
                    <a:lnB>
                      <a:noFill/>
                    </a:lnB>
                    <a:noFill/>
                  </a:tcPr>
                </a:tc>
                <a:tc>
                  <a:txBody>
                    <a:bodyPr/>
                    <a:lstStyle/>
                    <a:p>
                      <a:pPr>
                        <a:buNone/>
                      </a:pPr>
                      <a:r>
                        <a:rPr lang="en-GB" sz="1100" dirty="0"/>
                        <a:t>Medium</a:t>
                      </a:r>
                    </a:p>
                  </a:txBody>
                  <a:tcPr marL="72927" marR="72927" marT="36464" marB="36464" anchor="ctr">
                    <a:lnL>
                      <a:noFill/>
                    </a:lnL>
                    <a:lnR>
                      <a:noFill/>
                    </a:lnR>
                    <a:lnT>
                      <a:noFill/>
                    </a:lnT>
                    <a:lnB>
                      <a:noFill/>
                    </a:lnB>
                    <a:noFill/>
                  </a:tcPr>
                </a:tc>
                <a:extLst>
                  <a:ext uri="{0D108BD9-81ED-4DB2-BD59-A6C34878D82A}">
                    <a16:rowId xmlns:a16="http://schemas.microsoft.com/office/drawing/2014/main" val="3470176802"/>
                  </a:ext>
                </a:extLst>
              </a:tr>
            </a:tbl>
          </a:graphicData>
        </a:graphic>
      </p:graphicFrame>
      <p:sp>
        <p:nvSpPr>
          <p:cNvPr id="5" name="TextBox 4">
            <a:extLst>
              <a:ext uri="{FF2B5EF4-FFF2-40B4-BE49-F238E27FC236}">
                <a16:creationId xmlns:a16="http://schemas.microsoft.com/office/drawing/2014/main" id="{35D47101-8AA0-9881-B43B-8CD21E82FF68}"/>
              </a:ext>
            </a:extLst>
          </p:cNvPr>
          <p:cNvSpPr txBox="1"/>
          <p:nvPr/>
        </p:nvSpPr>
        <p:spPr>
          <a:xfrm>
            <a:off x="464574" y="824683"/>
            <a:ext cx="6120580" cy="307777"/>
          </a:xfrm>
          <a:prstGeom prst="rect">
            <a:avLst/>
          </a:prstGeom>
          <a:noFill/>
        </p:spPr>
        <p:txBody>
          <a:bodyPr wrap="square">
            <a:spAutoFit/>
          </a:bodyPr>
          <a:lstStyle/>
          <a:p>
            <a:r>
              <a:rPr lang="en-GB" b="1" dirty="0"/>
              <a:t>Dataset-3</a:t>
            </a:r>
          </a:p>
        </p:txBody>
      </p:sp>
    </p:spTree>
    <p:extLst>
      <p:ext uri="{BB962C8B-B14F-4D97-AF65-F5344CB8AC3E}">
        <p14:creationId xmlns:p14="http://schemas.microsoft.com/office/powerpoint/2010/main" val="1037063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A2720AE4-21E9-8DB7-691E-400F7136733F}"/>
            </a:ext>
          </a:extLst>
        </p:cNvPr>
        <p:cNvGrpSpPr/>
        <p:nvPr/>
      </p:nvGrpSpPr>
      <p:grpSpPr>
        <a:xfrm>
          <a:off x="0" y="0"/>
          <a:ext cx="0" cy="0"/>
          <a:chOff x="0" y="0"/>
          <a:chExt cx="0" cy="0"/>
        </a:xfrm>
      </p:grpSpPr>
      <p:sp>
        <p:nvSpPr>
          <p:cNvPr id="106" name="Google Shape;106;p15">
            <a:extLst>
              <a:ext uri="{FF2B5EF4-FFF2-40B4-BE49-F238E27FC236}">
                <a16:creationId xmlns:a16="http://schemas.microsoft.com/office/drawing/2014/main" id="{921D203A-1ECB-92D1-EC80-4AC07F3B2322}"/>
              </a:ext>
            </a:extLst>
          </p:cNvPr>
          <p:cNvSpPr txBox="1">
            <a:spLocks noGrp="1"/>
          </p:cNvSpPr>
          <p:nvPr>
            <p:ph type="title"/>
          </p:nvPr>
        </p:nvSpPr>
        <p:spPr>
          <a:xfrm>
            <a:off x="235974" y="131765"/>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Dictionary </a:t>
            </a:r>
            <a:endParaRPr sz="3200" b="1" dirty="0">
              <a:latin typeface="Times New Roman"/>
              <a:ea typeface="Times New Roman"/>
              <a:cs typeface="Times New Roman"/>
              <a:sym typeface="Times New Roman"/>
            </a:endParaRPr>
          </a:p>
        </p:txBody>
      </p:sp>
      <p:pic>
        <p:nvPicPr>
          <p:cNvPr id="107" name="Google Shape;107;p15" descr="360DigiTMG Reviews - 52 Reviews of 360digitmg.com | Sitejabber">
            <a:extLst>
              <a:ext uri="{FF2B5EF4-FFF2-40B4-BE49-F238E27FC236}">
                <a16:creationId xmlns:a16="http://schemas.microsoft.com/office/drawing/2014/main" id="{ACC9437E-D6CA-0F06-C410-B91EB4BE52AB}"/>
              </a:ext>
            </a:extLst>
          </p:cNvPr>
          <p:cNvPicPr preferRelativeResize="0"/>
          <p:nvPr/>
        </p:nvPicPr>
        <p:blipFill rotWithShape="1">
          <a:blip r:embed="rId3">
            <a:alphaModFix/>
          </a:blip>
          <a:srcRect/>
          <a:stretch/>
        </p:blipFill>
        <p:spPr>
          <a:xfrm>
            <a:off x="9692919" y="5896947"/>
            <a:ext cx="2277039" cy="808338"/>
          </a:xfrm>
          <a:prstGeom prst="rect">
            <a:avLst/>
          </a:prstGeom>
          <a:noFill/>
          <a:ln>
            <a:noFill/>
          </a:ln>
        </p:spPr>
      </p:pic>
      <p:graphicFrame>
        <p:nvGraphicFramePr>
          <p:cNvPr id="2" name="Table 1">
            <a:extLst>
              <a:ext uri="{FF2B5EF4-FFF2-40B4-BE49-F238E27FC236}">
                <a16:creationId xmlns:a16="http://schemas.microsoft.com/office/drawing/2014/main" id="{A77A7847-9A5A-2682-6457-A860D14201E5}"/>
              </a:ext>
            </a:extLst>
          </p:cNvPr>
          <p:cNvGraphicFramePr>
            <a:graphicFrameLocks noGrp="1"/>
          </p:cNvGraphicFramePr>
          <p:nvPr/>
        </p:nvGraphicFramePr>
        <p:xfrm>
          <a:off x="464574" y="943896"/>
          <a:ext cx="10515600" cy="3721074"/>
        </p:xfrm>
        <a:graphic>
          <a:graphicData uri="http://schemas.openxmlformats.org/drawingml/2006/table">
            <a:tbl>
              <a:tblPr/>
              <a:tblGrid>
                <a:gridCol w="2628900">
                  <a:extLst>
                    <a:ext uri="{9D8B030D-6E8A-4147-A177-3AD203B41FA5}">
                      <a16:colId xmlns:a16="http://schemas.microsoft.com/office/drawing/2014/main" val="3119280245"/>
                    </a:ext>
                  </a:extLst>
                </a:gridCol>
                <a:gridCol w="2628900">
                  <a:extLst>
                    <a:ext uri="{9D8B030D-6E8A-4147-A177-3AD203B41FA5}">
                      <a16:colId xmlns:a16="http://schemas.microsoft.com/office/drawing/2014/main" val="3508631184"/>
                    </a:ext>
                  </a:extLst>
                </a:gridCol>
                <a:gridCol w="2628900">
                  <a:extLst>
                    <a:ext uri="{9D8B030D-6E8A-4147-A177-3AD203B41FA5}">
                      <a16:colId xmlns:a16="http://schemas.microsoft.com/office/drawing/2014/main" val="2282304315"/>
                    </a:ext>
                  </a:extLst>
                </a:gridCol>
                <a:gridCol w="2628900">
                  <a:extLst>
                    <a:ext uri="{9D8B030D-6E8A-4147-A177-3AD203B41FA5}">
                      <a16:colId xmlns:a16="http://schemas.microsoft.com/office/drawing/2014/main" val="927358829"/>
                    </a:ext>
                  </a:extLst>
                </a:gridCol>
              </a:tblGrid>
              <a:tr h="531582">
                <a:tc>
                  <a:txBody>
                    <a:bodyPr/>
                    <a:lstStyle/>
                    <a:p>
                      <a:pPr>
                        <a:buNone/>
                      </a:pPr>
                      <a:endParaRPr lang="en-GB" dirty="0"/>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4277793723"/>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940142204"/>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695295474"/>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3641886825"/>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814854760"/>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extLst>
                  <a:ext uri="{0D108BD9-81ED-4DB2-BD59-A6C34878D82A}">
                    <a16:rowId xmlns:a16="http://schemas.microsoft.com/office/drawing/2014/main" val="1848800048"/>
                  </a:ext>
                </a:extLst>
              </a:tr>
              <a:tr h="531582">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a:p>
                  </a:txBody>
                  <a:tcPr anchor="ctr">
                    <a:lnL>
                      <a:noFill/>
                    </a:lnL>
                    <a:lnR>
                      <a:noFill/>
                    </a:lnR>
                    <a:lnT>
                      <a:noFill/>
                    </a:lnT>
                    <a:lnB>
                      <a:noFill/>
                    </a:lnB>
                    <a:noFill/>
                  </a:tcPr>
                </a:tc>
                <a:tc>
                  <a:txBody>
                    <a:bodyPr/>
                    <a:lstStyle/>
                    <a:p>
                      <a:pPr>
                        <a:buNone/>
                      </a:pPr>
                      <a:endParaRPr lang="en-GB" dirty="0"/>
                    </a:p>
                  </a:txBody>
                  <a:tcPr anchor="ctr">
                    <a:lnL>
                      <a:noFill/>
                    </a:lnL>
                    <a:lnR>
                      <a:noFill/>
                    </a:lnR>
                    <a:lnT>
                      <a:noFill/>
                    </a:lnT>
                    <a:lnB>
                      <a:noFill/>
                    </a:lnB>
                    <a:noFill/>
                  </a:tcPr>
                </a:tc>
                <a:extLst>
                  <a:ext uri="{0D108BD9-81ED-4DB2-BD59-A6C34878D82A}">
                    <a16:rowId xmlns:a16="http://schemas.microsoft.com/office/drawing/2014/main" val="2170923197"/>
                  </a:ext>
                </a:extLst>
              </a:tr>
            </a:tbl>
          </a:graphicData>
        </a:graphic>
      </p:graphicFrame>
      <p:graphicFrame>
        <p:nvGraphicFramePr>
          <p:cNvPr id="3" name="Table 2">
            <a:extLst>
              <a:ext uri="{FF2B5EF4-FFF2-40B4-BE49-F238E27FC236}">
                <a16:creationId xmlns:a16="http://schemas.microsoft.com/office/drawing/2014/main" id="{CD7F6117-7E0A-BEFF-B1BA-95DC5F2D3780}"/>
              </a:ext>
            </a:extLst>
          </p:cNvPr>
          <p:cNvGraphicFramePr>
            <a:graphicFrameLocks noGrp="1"/>
          </p:cNvGraphicFramePr>
          <p:nvPr>
            <p:extLst>
              <p:ext uri="{D42A27DB-BD31-4B8C-83A1-F6EECF244321}">
                <p14:modId xmlns:p14="http://schemas.microsoft.com/office/powerpoint/2010/main" val="406668260"/>
              </p:ext>
            </p:extLst>
          </p:nvPr>
        </p:nvGraphicFramePr>
        <p:xfrm>
          <a:off x="555094" y="1361665"/>
          <a:ext cx="10425080" cy="4939451"/>
        </p:xfrm>
        <a:graphic>
          <a:graphicData uri="http://schemas.openxmlformats.org/drawingml/2006/table">
            <a:tbl>
              <a:tblPr/>
              <a:tblGrid>
                <a:gridCol w="2085016">
                  <a:extLst>
                    <a:ext uri="{9D8B030D-6E8A-4147-A177-3AD203B41FA5}">
                      <a16:colId xmlns:a16="http://schemas.microsoft.com/office/drawing/2014/main" val="2147173871"/>
                    </a:ext>
                  </a:extLst>
                </a:gridCol>
                <a:gridCol w="2085016">
                  <a:extLst>
                    <a:ext uri="{9D8B030D-6E8A-4147-A177-3AD203B41FA5}">
                      <a16:colId xmlns:a16="http://schemas.microsoft.com/office/drawing/2014/main" val="3100599314"/>
                    </a:ext>
                  </a:extLst>
                </a:gridCol>
                <a:gridCol w="2085016">
                  <a:extLst>
                    <a:ext uri="{9D8B030D-6E8A-4147-A177-3AD203B41FA5}">
                      <a16:colId xmlns:a16="http://schemas.microsoft.com/office/drawing/2014/main" val="3123907715"/>
                    </a:ext>
                  </a:extLst>
                </a:gridCol>
                <a:gridCol w="2085016">
                  <a:extLst>
                    <a:ext uri="{9D8B030D-6E8A-4147-A177-3AD203B41FA5}">
                      <a16:colId xmlns:a16="http://schemas.microsoft.com/office/drawing/2014/main" val="3054203080"/>
                    </a:ext>
                  </a:extLst>
                </a:gridCol>
                <a:gridCol w="2085016">
                  <a:extLst>
                    <a:ext uri="{9D8B030D-6E8A-4147-A177-3AD203B41FA5}">
                      <a16:colId xmlns:a16="http://schemas.microsoft.com/office/drawing/2014/main" val="3829741558"/>
                    </a:ext>
                  </a:extLst>
                </a:gridCol>
              </a:tblGrid>
              <a:tr h="342931">
                <a:tc>
                  <a:txBody>
                    <a:bodyPr/>
                    <a:lstStyle/>
                    <a:p>
                      <a:pPr>
                        <a:buNone/>
                      </a:pPr>
                      <a:r>
                        <a:rPr lang="en-GB" sz="1400" b="1" dirty="0"/>
                        <a:t>Column Name</a:t>
                      </a:r>
                    </a:p>
                  </a:txBody>
                  <a:tcPr marL="90653" marR="90653" marT="45326" marB="45326" anchor="ctr">
                    <a:lnL>
                      <a:noFill/>
                    </a:lnL>
                    <a:lnR>
                      <a:noFill/>
                    </a:lnR>
                    <a:lnT>
                      <a:noFill/>
                    </a:lnT>
                    <a:lnB>
                      <a:noFill/>
                    </a:lnB>
                    <a:noFill/>
                  </a:tcPr>
                </a:tc>
                <a:tc>
                  <a:txBody>
                    <a:bodyPr/>
                    <a:lstStyle/>
                    <a:p>
                      <a:pPr>
                        <a:buNone/>
                      </a:pPr>
                      <a:r>
                        <a:rPr lang="en-GB" sz="1400" b="1" dirty="0"/>
                        <a:t>Description</a:t>
                      </a:r>
                    </a:p>
                  </a:txBody>
                  <a:tcPr marL="90653" marR="90653" marT="45326" marB="45326" anchor="ctr">
                    <a:lnL>
                      <a:noFill/>
                    </a:lnL>
                    <a:lnR>
                      <a:noFill/>
                    </a:lnR>
                    <a:lnT>
                      <a:noFill/>
                    </a:lnT>
                    <a:lnB>
                      <a:noFill/>
                    </a:lnB>
                    <a:noFill/>
                  </a:tcPr>
                </a:tc>
                <a:tc>
                  <a:txBody>
                    <a:bodyPr/>
                    <a:lstStyle/>
                    <a:p>
                      <a:pPr>
                        <a:buNone/>
                      </a:pPr>
                      <a:r>
                        <a:rPr lang="en-GB" sz="1400" b="1" dirty="0"/>
                        <a:t>Data Type</a:t>
                      </a:r>
                    </a:p>
                  </a:txBody>
                  <a:tcPr marL="90653" marR="90653" marT="45326" marB="45326" anchor="ctr">
                    <a:lnL>
                      <a:noFill/>
                    </a:lnL>
                    <a:lnR>
                      <a:noFill/>
                    </a:lnR>
                    <a:lnT>
                      <a:noFill/>
                    </a:lnT>
                    <a:lnB>
                      <a:noFill/>
                    </a:lnB>
                    <a:noFill/>
                  </a:tcPr>
                </a:tc>
                <a:tc>
                  <a:txBody>
                    <a:bodyPr/>
                    <a:lstStyle/>
                    <a:p>
                      <a:pPr>
                        <a:buNone/>
                      </a:pPr>
                      <a:r>
                        <a:rPr lang="en-GB" sz="1400" b="1" dirty="0"/>
                        <a:t>Unit</a:t>
                      </a:r>
                    </a:p>
                  </a:txBody>
                  <a:tcPr marL="90653" marR="90653" marT="45326" marB="45326" anchor="ctr">
                    <a:lnL>
                      <a:noFill/>
                    </a:lnL>
                    <a:lnR>
                      <a:noFill/>
                    </a:lnR>
                    <a:lnT>
                      <a:noFill/>
                    </a:lnT>
                    <a:lnB>
                      <a:noFill/>
                    </a:lnB>
                    <a:noFill/>
                  </a:tcPr>
                </a:tc>
                <a:tc>
                  <a:txBody>
                    <a:bodyPr/>
                    <a:lstStyle/>
                    <a:p>
                      <a:pPr>
                        <a:buNone/>
                      </a:pPr>
                      <a:r>
                        <a:rPr lang="en-GB" sz="1400" b="1" dirty="0"/>
                        <a:t>Relevance</a:t>
                      </a:r>
                    </a:p>
                  </a:txBody>
                  <a:tcPr marL="90653" marR="90653" marT="45326" marB="45326" anchor="ctr">
                    <a:lnL>
                      <a:noFill/>
                    </a:lnL>
                    <a:lnR>
                      <a:noFill/>
                    </a:lnR>
                    <a:lnT>
                      <a:noFill/>
                    </a:lnT>
                    <a:lnB>
                      <a:noFill/>
                    </a:lnB>
                    <a:noFill/>
                  </a:tcPr>
                </a:tc>
                <a:extLst>
                  <a:ext uri="{0D108BD9-81ED-4DB2-BD59-A6C34878D82A}">
                    <a16:rowId xmlns:a16="http://schemas.microsoft.com/office/drawing/2014/main" val="3935287902"/>
                  </a:ext>
                </a:extLst>
              </a:tr>
              <a:tr h="583605">
                <a:tc>
                  <a:txBody>
                    <a:bodyPr/>
                    <a:lstStyle/>
                    <a:p>
                      <a:pPr>
                        <a:buNone/>
                      </a:pPr>
                      <a:r>
                        <a:rPr lang="en-US" sz="1400" dirty="0"/>
                        <a:t>group1_chm_2_non_chm</a:t>
                      </a:r>
                    </a:p>
                  </a:txBody>
                  <a:tcPr marL="90653" marR="90653" marT="45326" marB="45326" anchor="ctr">
                    <a:lnL>
                      <a:noFill/>
                    </a:lnL>
                    <a:lnR>
                      <a:noFill/>
                    </a:lnR>
                    <a:lnT>
                      <a:noFill/>
                    </a:lnT>
                    <a:lnB>
                      <a:noFill/>
                    </a:lnB>
                    <a:noFill/>
                  </a:tcPr>
                </a:tc>
                <a:tc>
                  <a:txBody>
                    <a:bodyPr/>
                    <a:lstStyle/>
                    <a:p>
                      <a:pPr>
                        <a:buNone/>
                      </a:pPr>
                      <a:r>
                        <a:rPr lang="en-GB" sz="1400"/>
                        <a:t>Treatment group</a:t>
                      </a:r>
                    </a:p>
                  </a:txBody>
                  <a:tcPr marL="90653" marR="90653" marT="45326" marB="45326" anchor="ctr">
                    <a:lnL>
                      <a:noFill/>
                    </a:lnL>
                    <a:lnR>
                      <a:noFill/>
                    </a:lnR>
                    <a:lnT>
                      <a:noFill/>
                    </a:lnT>
                    <a:lnB>
                      <a:noFill/>
                    </a:lnB>
                    <a:noFill/>
                  </a:tcPr>
                </a:tc>
                <a:tc>
                  <a:txBody>
                    <a:bodyPr/>
                    <a:lstStyle/>
                    <a:p>
                      <a:pPr>
                        <a:buNone/>
                      </a:pPr>
                      <a:r>
                        <a:rPr lang="en-GB" sz="1400"/>
                        <a:t>Categorical</a:t>
                      </a:r>
                    </a:p>
                  </a:txBody>
                  <a:tcPr marL="90653" marR="90653" marT="45326" marB="45326" anchor="ctr">
                    <a:lnL>
                      <a:noFill/>
                    </a:lnL>
                    <a:lnR>
                      <a:noFill/>
                    </a:lnR>
                    <a:lnT>
                      <a:noFill/>
                    </a:lnT>
                    <a:lnB>
                      <a:noFill/>
                    </a:lnB>
                    <a:noFill/>
                  </a:tcPr>
                </a:tc>
                <a:tc>
                  <a:txBody>
                    <a:bodyPr/>
                    <a:lstStyle/>
                    <a:p>
                      <a:pPr>
                        <a:buNone/>
                      </a:pPr>
                      <a:r>
                        <a:rPr lang="en-GB" sz="1400"/>
                        <a:t>1=CHM, 2=Non-CHM</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125140267"/>
                  </a:ext>
                </a:extLst>
              </a:tr>
              <a:tr h="342931">
                <a:tc>
                  <a:txBody>
                    <a:bodyPr/>
                    <a:lstStyle/>
                    <a:p>
                      <a:pPr>
                        <a:buNone/>
                      </a:pPr>
                      <a:r>
                        <a:rPr lang="en-GB" sz="1400"/>
                        <a:t>ageyear</a:t>
                      </a:r>
                    </a:p>
                  </a:txBody>
                  <a:tcPr marL="90653" marR="90653" marT="45326" marB="45326" anchor="ctr">
                    <a:lnL>
                      <a:noFill/>
                    </a:lnL>
                    <a:lnR>
                      <a:noFill/>
                    </a:lnR>
                    <a:lnT>
                      <a:noFill/>
                    </a:lnT>
                    <a:lnB>
                      <a:noFill/>
                    </a:lnB>
                    <a:noFill/>
                  </a:tcPr>
                </a:tc>
                <a:tc>
                  <a:txBody>
                    <a:bodyPr/>
                    <a:lstStyle/>
                    <a:p>
                      <a:pPr>
                        <a:buNone/>
                      </a:pPr>
                      <a:r>
                        <a:rPr lang="en-GB" sz="1400"/>
                        <a:t>Patient age</a:t>
                      </a:r>
                    </a:p>
                  </a:txBody>
                  <a:tcPr marL="90653" marR="90653" marT="45326" marB="45326" anchor="ctr">
                    <a:lnL>
                      <a:noFill/>
                    </a:lnL>
                    <a:lnR>
                      <a:noFill/>
                    </a:lnR>
                    <a:lnT>
                      <a:noFill/>
                    </a:lnT>
                    <a:lnB>
                      <a:noFill/>
                    </a:lnB>
                    <a:noFill/>
                  </a:tcPr>
                </a:tc>
                <a:tc>
                  <a:txBody>
                    <a:bodyPr/>
                    <a:lstStyle/>
                    <a:p>
                      <a:pPr>
                        <a:buNone/>
                      </a:pPr>
                      <a:r>
                        <a:rPr lang="en-GB" sz="1400"/>
                        <a:t>Numeric</a:t>
                      </a:r>
                    </a:p>
                  </a:txBody>
                  <a:tcPr marL="90653" marR="90653" marT="45326" marB="45326" anchor="ctr">
                    <a:lnL>
                      <a:noFill/>
                    </a:lnL>
                    <a:lnR>
                      <a:noFill/>
                    </a:lnR>
                    <a:lnT>
                      <a:noFill/>
                    </a:lnT>
                    <a:lnB>
                      <a:noFill/>
                    </a:lnB>
                    <a:noFill/>
                  </a:tcPr>
                </a:tc>
                <a:tc>
                  <a:txBody>
                    <a:bodyPr/>
                    <a:lstStyle/>
                    <a:p>
                      <a:pPr>
                        <a:buNone/>
                      </a:pPr>
                      <a:r>
                        <a:rPr lang="en-GB" sz="1400"/>
                        <a:t>Years</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3732598361"/>
                  </a:ext>
                </a:extLst>
              </a:tr>
              <a:tr h="342931">
                <a:tc>
                  <a:txBody>
                    <a:bodyPr/>
                    <a:lstStyle/>
                    <a:p>
                      <a:pPr>
                        <a:buNone/>
                      </a:pPr>
                      <a:r>
                        <a:rPr lang="en-GB" sz="1400"/>
                        <a:t>bmikg_m2</a:t>
                      </a:r>
                    </a:p>
                  </a:txBody>
                  <a:tcPr marL="90653" marR="90653" marT="45326" marB="45326" anchor="ctr">
                    <a:lnL>
                      <a:noFill/>
                    </a:lnL>
                    <a:lnR>
                      <a:noFill/>
                    </a:lnR>
                    <a:lnT>
                      <a:noFill/>
                    </a:lnT>
                    <a:lnB>
                      <a:noFill/>
                    </a:lnB>
                    <a:noFill/>
                  </a:tcPr>
                </a:tc>
                <a:tc>
                  <a:txBody>
                    <a:bodyPr/>
                    <a:lstStyle/>
                    <a:p>
                      <a:pPr>
                        <a:buNone/>
                      </a:pPr>
                      <a:r>
                        <a:rPr lang="en-GB" sz="1400" dirty="0"/>
                        <a:t>BMI</a:t>
                      </a:r>
                    </a:p>
                  </a:txBody>
                  <a:tcPr marL="90653" marR="90653" marT="45326" marB="45326" anchor="ctr">
                    <a:lnL>
                      <a:noFill/>
                    </a:lnL>
                    <a:lnR>
                      <a:noFill/>
                    </a:lnR>
                    <a:lnT>
                      <a:noFill/>
                    </a:lnT>
                    <a:lnB>
                      <a:noFill/>
                    </a:lnB>
                    <a:noFill/>
                  </a:tcPr>
                </a:tc>
                <a:tc>
                  <a:txBody>
                    <a:bodyPr/>
                    <a:lstStyle/>
                    <a:p>
                      <a:pPr>
                        <a:buNone/>
                      </a:pPr>
                      <a:r>
                        <a:rPr lang="en-GB" sz="1400"/>
                        <a:t>Numeric</a:t>
                      </a:r>
                    </a:p>
                  </a:txBody>
                  <a:tcPr marL="90653" marR="90653" marT="45326" marB="45326" anchor="ctr">
                    <a:lnL>
                      <a:noFill/>
                    </a:lnL>
                    <a:lnR>
                      <a:noFill/>
                    </a:lnR>
                    <a:lnT>
                      <a:noFill/>
                    </a:lnT>
                    <a:lnB>
                      <a:noFill/>
                    </a:lnB>
                    <a:noFill/>
                  </a:tcPr>
                </a:tc>
                <a:tc>
                  <a:txBody>
                    <a:bodyPr/>
                    <a:lstStyle/>
                    <a:p>
                      <a:pPr>
                        <a:buNone/>
                      </a:pPr>
                      <a:r>
                        <a:rPr lang="en-GB" sz="1400"/>
                        <a:t>kg/m²</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3998511904"/>
                  </a:ext>
                </a:extLst>
              </a:tr>
              <a:tr h="342931">
                <a:tc>
                  <a:txBody>
                    <a:bodyPr/>
                    <a:lstStyle/>
                    <a:p>
                      <a:pPr>
                        <a:buNone/>
                      </a:pPr>
                      <a:r>
                        <a:rPr lang="en-GB" sz="1400"/>
                        <a:t>dose_of_gniu</a:t>
                      </a:r>
                    </a:p>
                  </a:txBody>
                  <a:tcPr marL="90653" marR="90653" marT="45326" marB="45326" anchor="ctr">
                    <a:lnL>
                      <a:noFill/>
                    </a:lnL>
                    <a:lnR>
                      <a:noFill/>
                    </a:lnR>
                    <a:lnT>
                      <a:noFill/>
                    </a:lnT>
                    <a:lnB>
                      <a:noFill/>
                    </a:lnB>
                    <a:noFill/>
                  </a:tcPr>
                </a:tc>
                <a:tc>
                  <a:txBody>
                    <a:bodyPr/>
                    <a:lstStyle/>
                    <a:p>
                      <a:pPr>
                        <a:buNone/>
                      </a:pPr>
                      <a:r>
                        <a:rPr lang="en-GB" sz="1400"/>
                        <a:t>Gonadotropin dose</a:t>
                      </a:r>
                    </a:p>
                  </a:txBody>
                  <a:tcPr marL="90653" marR="90653" marT="45326" marB="45326" anchor="ctr">
                    <a:lnL>
                      <a:noFill/>
                    </a:lnL>
                    <a:lnR>
                      <a:noFill/>
                    </a:lnR>
                    <a:lnT>
                      <a:noFill/>
                    </a:lnT>
                    <a:lnB>
                      <a:noFill/>
                    </a:lnB>
                    <a:noFill/>
                  </a:tcPr>
                </a:tc>
                <a:tc>
                  <a:txBody>
                    <a:bodyPr/>
                    <a:lstStyle/>
                    <a:p>
                      <a:pPr>
                        <a:buNone/>
                      </a:pPr>
                      <a:r>
                        <a:rPr lang="en-GB" sz="1400"/>
                        <a:t>Numeric</a:t>
                      </a:r>
                    </a:p>
                  </a:txBody>
                  <a:tcPr marL="90653" marR="90653" marT="45326" marB="45326" anchor="ctr">
                    <a:lnL>
                      <a:noFill/>
                    </a:lnL>
                    <a:lnR>
                      <a:noFill/>
                    </a:lnR>
                    <a:lnT>
                      <a:noFill/>
                    </a:lnT>
                    <a:lnB>
                      <a:noFill/>
                    </a:lnB>
                    <a:noFill/>
                  </a:tcPr>
                </a:tc>
                <a:tc>
                  <a:txBody>
                    <a:bodyPr/>
                    <a:lstStyle/>
                    <a:p>
                      <a:pPr>
                        <a:buNone/>
                      </a:pPr>
                      <a:r>
                        <a:rPr lang="en-GB" sz="1400"/>
                        <a:t>IU</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251631794"/>
                  </a:ext>
                </a:extLst>
              </a:tr>
              <a:tr h="342931">
                <a:tc>
                  <a:txBody>
                    <a:bodyPr/>
                    <a:lstStyle/>
                    <a:p>
                      <a:pPr>
                        <a:buNone/>
                      </a:pPr>
                      <a:r>
                        <a:rPr lang="en-GB" sz="1400"/>
                        <a:t>duration_of_gnd</a:t>
                      </a:r>
                    </a:p>
                  </a:txBody>
                  <a:tcPr marL="90653" marR="90653" marT="45326" marB="45326" anchor="ctr">
                    <a:lnL>
                      <a:noFill/>
                    </a:lnL>
                    <a:lnR>
                      <a:noFill/>
                    </a:lnR>
                    <a:lnT>
                      <a:noFill/>
                    </a:lnT>
                    <a:lnB>
                      <a:noFill/>
                    </a:lnB>
                    <a:noFill/>
                  </a:tcPr>
                </a:tc>
                <a:tc>
                  <a:txBody>
                    <a:bodyPr/>
                    <a:lstStyle/>
                    <a:p>
                      <a:pPr>
                        <a:buNone/>
                      </a:pPr>
                      <a:r>
                        <a:rPr lang="en-GB" sz="1400"/>
                        <a:t>Stimulation duration</a:t>
                      </a:r>
                    </a:p>
                  </a:txBody>
                  <a:tcPr marL="90653" marR="90653" marT="45326" marB="45326" anchor="ctr">
                    <a:lnL>
                      <a:noFill/>
                    </a:lnL>
                    <a:lnR>
                      <a:noFill/>
                    </a:lnR>
                    <a:lnT>
                      <a:noFill/>
                    </a:lnT>
                    <a:lnB>
                      <a:noFill/>
                    </a:lnB>
                    <a:noFill/>
                  </a:tcPr>
                </a:tc>
                <a:tc>
                  <a:txBody>
                    <a:bodyPr/>
                    <a:lstStyle/>
                    <a:p>
                      <a:pPr>
                        <a:buNone/>
                      </a:pPr>
                      <a:r>
                        <a:rPr lang="en-GB" sz="1400"/>
                        <a:t>Numeric</a:t>
                      </a:r>
                    </a:p>
                  </a:txBody>
                  <a:tcPr marL="90653" marR="90653" marT="45326" marB="45326" anchor="ctr">
                    <a:lnL>
                      <a:noFill/>
                    </a:lnL>
                    <a:lnR>
                      <a:noFill/>
                    </a:lnR>
                    <a:lnT>
                      <a:noFill/>
                    </a:lnT>
                    <a:lnB>
                      <a:noFill/>
                    </a:lnB>
                    <a:noFill/>
                  </a:tcPr>
                </a:tc>
                <a:tc>
                  <a:txBody>
                    <a:bodyPr/>
                    <a:lstStyle/>
                    <a:p>
                      <a:pPr>
                        <a:buNone/>
                      </a:pPr>
                      <a:r>
                        <a:rPr lang="en-GB" sz="1400"/>
                        <a:t>Days</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2525303515"/>
                  </a:ext>
                </a:extLst>
              </a:tr>
              <a:tr h="342931">
                <a:tc>
                  <a:txBody>
                    <a:bodyPr/>
                    <a:lstStyle/>
                    <a:p>
                      <a:pPr>
                        <a:buNone/>
                      </a:pPr>
                      <a:r>
                        <a:rPr lang="en-GB" sz="1400"/>
                        <a:t>retrieved_oocytes</a:t>
                      </a:r>
                    </a:p>
                  </a:txBody>
                  <a:tcPr marL="90653" marR="90653" marT="45326" marB="45326" anchor="ctr">
                    <a:lnL>
                      <a:noFill/>
                    </a:lnL>
                    <a:lnR>
                      <a:noFill/>
                    </a:lnR>
                    <a:lnT>
                      <a:noFill/>
                    </a:lnT>
                    <a:lnB>
                      <a:noFill/>
                    </a:lnB>
                    <a:noFill/>
                  </a:tcPr>
                </a:tc>
                <a:tc>
                  <a:txBody>
                    <a:bodyPr/>
                    <a:lstStyle/>
                    <a:p>
                      <a:pPr>
                        <a:buNone/>
                      </a:pPr>
                      <a:r>
                        <a:rPr lang="en-GB" sz="1400"/>
                        <a:t>Eggs retrieved</a:t>
                      </a:r>
                    </a:p>
                  </a:txBody>
                  <a:tcPr marL="90653" marR="90653" marT="45326" marB="45326" anchor="ctr">
                    <a:lnL>
                      <a:noFill/>
                    </a:lnL>
                    <a:lnR>
                      <a:noFill/>
                    </a:lnR>
                    <a:lnT>
                      <a:noFill/>
                    </a:lnT>
                    <a:lnB>
                      <a:noFill/>
                    </a:lnB>
                    <a:noFill/>
                  </a:tcPr>
                </a:tc>
                <a:tc>
                  <a:txBody>
                    <a:bodyPr/>
                    <a:lstStyle/>
                    <a:p>
                      <a:pPr>
                        <a:buNone/>
                      </a:pPr>
                      <a:r>
                        <a:rPr lang="en-GB" sz="1400"/>
                        <a:t>Numeric</a:t>
                      </a:r>
                    </a:p>
                  </a:txBody>
                  <a:tcPr marL="90653" marR="90653" marT="45326" marB="45326" anchor="ctr">
                    <a:lnL>
                      <a:noFill/>
                    </a:lnL>
                    <a:lnR>
                      <a:noFill/>
                    </a:lnR>
                    <a:lnT>
                      <a:noFill/>
                    </a:lnT>
                    <a:lnB>
                      <a:noFill/>
                    </a:lnB>
                    <a:noFill/>
                  </a:tcPr>
                </a:tc>
                <a:tc>
                  <a:txBody>
                    <a:bodyPr/>
                    <a:lstStyle/>
                    <a:p>
                      <a:pPr>
                        <a:buNone/>
                      </a:pPr>
                      <a:r>
                        <a:rPr lang="en-GB" sz="1400"/>
                        <a:t>Count</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938324728"/>
                  </a:ext>
                </a:extLst>
              </a:tr>
              <a:tr h="342931">
                <a:tc>
                  <a:txBody>
                    <a:bodyPr/>
                    <a:lstStyle/>
                    <a:p>
                      <a:pPr>
                        <a:buNone/>
                      </a:pPr>
                      <a:r>
                        <a:rPr lang="en-GB" sz="1400"/>
                        <a:t>fertilizationpercent</a:t>
                      </a:r>
                    </a:p>
                  </a:txBody>
                  <a:tcPr marL="90653" marR="90653" marT="45326" marB="45326" anchor="ctr">
                    <a:lnL>
                      <a:noFill/>
                    </a:lnL>
                    <a:lnR>
                      <a:noFill/>
                    </a:lnR>
                    <a:lnT>
                      <a:noFill/>
                    </a:lnT>
                    <a:lnB>
                      <a:noFill/>
                    </a:lnB>
                    <a:noFill/>
                  </a:tcPr>
                </a:tc>
                <a:tc>
                  <a:txBody>
                    <a:bodyPr/>
                    <a:lstStyle/>
                    <a:p>
                      <a:pPr>
                        <a:buNone/>
                      </a:pPr>
                      <a:r>
                        <a:rPr lang="en-GB" sz="1400"/>
                        <a:t>Fertilization rate</a:t>
                      </a:r>
                    </a:p>
                  </a:txBody>
                  <a:tcPr marL="90653" marR="90653" marT="45326" marB="45326" anchor="ctr">
                    <a:lnL>
                      <a:noFill/>
                    </a:lnL>
                    <a:lnR>
                      <a:noFill/>
                    </a:lnR>
                    <a:lnT>
                      <a:noFill/>
                    </a:lnT>
                    <a:lnB>
                      <a:noFill/>
                    </a:lnB>
                    <a:noFill/>
                  </a:tcPr>
                </a:tc>
                <a:tc>
                  <a:txBody>
                    <a:bodyPr/>
                    <a:lstStyle/>
                    <a:p>
                      <a:pPr>
                        <a:buNone/>
                      </a:pPr>
                      <a:r>
                        <a:rPr lang="en-GB" sz="1400"/>
                        <a:t>Numeric</a:t>
                      </a:r>
                    </a:p>
                  </a:txBody>
                  <a:tcPr marL="90653" marR="90653" marT="45326" marB="45326" anchor="ctr">
                    <a:lnL>
                      <a:noFill/>
                    </a:lnL>
                    <a:lnR>
                      <a:noFill/>
                    </a:lnR>
                    <a:lnT>
                      <a:noFill/>
                    </a:lnT>
                    <a:lnB>
                      <a:noFill/>
                    </a:lnB>
                    <a:noFill/>
                  </a:tcPr>
                </a:tc>
                <a:tc>
                  <a:txBody>
                    <a:bodyPr/>
                    <a:lstStyle/>
                    <a:p>
                      <a:pPr>
                        <a:buNone/>
                      </a:pPr>
                      <a:r>
                        <a:rPr lang="en-GB" sz="1400"/>
                        <a:t>%</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1873068648"/>
                  </a:ext>
                </a:extLst>
              </a:tr>
              <a:tr h="583605">
                <a:tc>
                  <a:txBody>
                    <a:bodyPr/>
                    <a:lstStyle/>
                    <a:p>
                      <a:pPr>
                        <a:buNone/>
                      </a:pPr>
                      <a:r>
                        <a:rPr lang="en-GB" sz="1400"/>
                        <a:t>good_quality_embryopercent</a:t>
                      </a:r>
                    </a:p>
                  </a:txBody>
                  <a:tcPr marL="90653" marR="90653" marT="45326" marB="45326" anchor="ctr">
                    <a:lnL>
                      <a:noFill/>
                    </a:lnL>
                    <a:lnR>
                      <a:noFill/>
                    </a:lnR>
                    <a:lnT>
                      <a:noFill/>
                    </a:lnT>
                    <a:lnB>
                      <a:noFill/>
                    </a:lnB>
                    <a:noFill/>
                  </a:tcPr>
                </a:tc>
                <a:tc>
                  <a:txBody>
                    <a:bodyPr/>
                    <a:lstStyle/>
                    <a:p>
                      <a:pPr>
                        <a:buNone/>
                      </a:pPr>
                      <a:r>
                        <a:rPr lang="en-GB" sz="1400"/>
                        <a:t>Good embryo %</a:t>
                      </a:r>
                    </a:p>
                  </a:txBody>
                  <a:tcPr marL="90653" marR="90653" marT="45326" marB="45326" anchor="ctr">
                    <a:lnL>
                      <a:noFill/>
                    </a:lnL>
                    <a:lnR>
                      <a:noFill/>
                    </a:lnR>
                    <a:lnT>
                      <a:noFill/>
                    </a:lnT>
                    <a:lnB>
                      <a:noFill/>
                    </a:lnB>
                    <a:noFill/>
                  </a:tcPr>
                </a:tc>
                <a:tc>
                  <a:txBody>
                    <a:bodyPr/>
                    <a:lstStyle/>
                    <a:p>
                      <a:pPr>
                        <a:buNone/>
                      </a:pPr>
                      <a:r>
                        <a:rPr lang="en-GB" sz="1400"/>
                        <a:t>Numeric</a:t>
                      </a:r>
                    </a:p>
                  </a:txBody>
                  <a:tcPr marL="90653" marR="90653" marT="45326" marB="45326" anchor="ctr">
                    <a:lnL>
                      <a:noFill/>
                    </a:lnL>
                    <a:lnR>
                      <a:noFill/>
                    </a:lnR>
                    <a:lnT>
                      <a:noFill/>
                    </a:lnT>
                    <a:lnB>
                      <a:noFill/>
                    </a:lnB>
                    <a:noFill/>
                  </a:tcPr>
                </a:tc>
                <a:tc>
                  <a:txBody>
                    <a:bodyPr/>
                    <a:lstStyle/>
                    <a:p>
                      <a:pPr>
                        <a:buNone/>
                      </a:pPr>
                      <a:r>
                        <a:rPr lang="en-GB" sz="1400"/>
                        <a:t>%</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566075406"/>
                  </a:ext>
                </a:extLst>
              </a:tr>
              <a:tr h="342931">
                <a:tc>
                  <a:txBody>
                    <a:bodyPr/>
                    <a:lstStyle/>
                    <a:p>
                      <a:pPr>
                        <a:buNone/>
                      </a:pPr>
                      <a:r>
                        <a:rPr lang="en-GB" sz="1400"/>
                        <a:t>clinical_pregnancy</a:t>
                      </a:r>
                    </a:p>
                  </a:txBody>
                  <a:tcPr marL="90653" marR="90653" marT="45326" marB="45326" anchor="ctr">
                    <a:lnL>
                      <a:noFill/>
                    </a:lnL>
                    <a:lnR>
                      <a:noFill/>
                    </a:lnR>
                    <a:lnT>
                      <a:noFill/>
                    </a:lnT>
                    <a:lnB>
                      <a:noFill/>
                    </a:lnB>
                    <a:noFill/>
                  </a:tcPr>
                </a:tc>
                <a:tc>
                  <a:txBody>
                    <a:bodyPr/>
                    <a:lstStyle/>
                    <a:p>
                      <a:pPr>
                        <a:buNone/>
                      </a:pPr>
                      <a:r>
                        <a:rPr lang="en-GB" sz="1400"/>
                        <a:t>Clinical pregnancy</a:t>
                      </a:r>
                    </a:p>
                  </a:txBody>
                  <a:tcPr marL="90653" marR="90653" marT="45326" marB="45326" anchor="ctr">
                    <a:lnL>
                      <a:noFill/>
                    </a:lnL>
                    <a:lnR>
                      <a:noFill/>
                    </a:lnR>
                    <a:lnT>
                      <a:noFill/>
                    </a:lnT>
                    <a:lnB>
                      <a:noFill/>
                    </a:lnB>
                    <a:noFill/>
                  </a:tcPr>
                </a:tc>
                <a:tc>
                  <a:txBody>
                    <a:bodyPr/>
                    <a:lstStyle/>
                    <a:p>
                      <a:pPr>
                        <a:buNone/>
                      </a:pPr>
                      <a:r>
                        <a:rPr lang="en-GB" sz="1400"/>
                        <a:t>Binary</a:t>
                      </a:r>
                    </a:p>
                  </a:txBody>
                  <a:tcPr marL="90653" marR="90653" marT="45326" marB="45326" anchor="ctr">
                    <a:lnL>
                      <a:noFill/>
                    </a:lnL>
                    <a:lnR>
                      <a:noFill/>
                    </a:lnR>
                    <a:lnT>
                      <a:noFill/>
                    </a:lnT>
                    <a:lnB>
                      <a:noFill/>
                    </a:lnB>
                    <a:noFill/>
                  </a:tcPr>
                </a:tc>
                <a:tc>
                  <a:txBody>
                    <a:bodyPr/>
                    <a:lstStyle/>
                    <a:p>
                      <a:pPr>
                        <a:buNone/>
                      </a:pPr>
                      <a:r>
                        <a:rPr lang="en-GB" sz="1400"/>
                        <a:t>1 = Yes</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4218279276"/>
                  </a:ext>
                </a:extLst>
              </a:tr>
              <a:tr h="342931">
                <a:tc>
                  <a:txBody>
                    <a:bodyPr/>
                    <a:lstStyle/>
                    <a:p>
                      <a:pPr>
                        <a:buNone/>
                      </a:pPr>
                      <a:r>
                        <a:rPr lang="en-GB" sz="1400"/>
                        <a:t>miscarriage</a:t>
                      </a:r>
                    </a:p>
                  </a:txBody>
                  <a:tcPr marL="90653" marR="90653" marT="45326" marB="45326" anchor="ctr">
                    <a:lnL>
                      <a:noFill/>
                    </a:lnL>
                    <a:lnR>
                      <a:noFill/>
                    </a:lnR>
                    <a:lnT>
                      <a:noFill/>
                    </a:lnT>
                    <a:lnB>
                      <a:noFill/>
                    </a:lnB>
                    <a:noFill/>
                  </a:tcPr>
                </a:tc>
                <a:tc>
                  <a:txBody>
                    <a:bodyPr/>
                    <a:lstStyle/>
                    <a:p>
                      <a:pPr>
                        <a:buNone/>
                      </a:pPr>
                      <a:r>
                        <a:rPr lang="en-GB" sz="1400"/>
                        <a:t>Miscarriage indicator</a:t>
                      </a:r>
                    </a:p>
                  </a:txBody>
                  <a:tcPr marL="90653" marR="90653" marT="45326" marB="45326" anchor="ctr">
                    <a:lnL>
                      <a:noFill/>
                    </a:lnL>
                    <a:lnR>
                      <a:noFill/>
                    </a:lnR>
                    <a:lnT>
                      <a:noFill/>
                    </a:lnT>
                    <a:lnB>
                      <a:noFill/>
                    </a:lnB>
                    <a:noFill/>
                  </a:tcPr>
                </a:tc>
                <a:tc>
                  <a:txBody>
                    <a:bodyPr/>
                    <a:lstStyle/>
                    <a:p>
                      <a:pPr>
                        <a:buNone/>
                      </a:pPr>
                      <a:r>
                        <a:rPr lang="en-GB" sz="1400"/>
                        <a:t>Binary</a:t>
                      </a:r>
                    </a:p>
                  </a:txBody>
                  <a:tcPr marL="90653" marR="90653" marT="45326" marB="45326" anchor="ctr">
                    <a:lnL>
                      <a:noFill/>
                    </a:lnL>
                    <a:lnR>
                      <a:noFill/>
                    </a:lnR>
                    <a:lnT>
                      <a:noFill/>
                    </a:lnT>
                    <a:lnB>
                      <a:noFill/>
                    </a:lnB>
                    <a:noFill/>
                  </a:tcPr>
                </a:tc>
                <a:tc>
                  <a:txBody>
                    <a:bodyPr/>
                    <a:lstStyle/>
                    <a:p>
                      <a:pPr>
                        <a:buNone/>
                      </a:pPr>
                      <a:r>
                        <a:rPr lang="en-GB" sz="1400"/>
                        <a:t>1 = Yes</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492067055"/>
                  </a:ext>
                </a:extLst>
              </a:tr>
              <a:tr h="342931">
                <a:tc>
                  <a:txBody>
                    <a:bodyPr/>
                    <a:lstStyle/>
                    <a:p>
                      <a:pPr>
                        <a:buNone/>
                      </a:pPr>
                      <a:r>
                        <a:rPr lang="en-GB" sz="1400"/>
                        <a:t>live_birth</a:t>
                      </a:r>
                    </a:p>
                  </a:txBody>
                  <a:tcPr marL="90653" marR="90653" marT="45326" marB="45326" anchor="ctr">
                    <a:lnL>
                      <a:noFill/>
                    </a:lnL>
                    <a:lnR>
                      <a:noFill/>
                    </a:lnR>
                    <a:lnT>
                      <a:noFill/>
                    </a:lnT>
                    <a:lnB>
                      <a:noFill/>
                    </a:lnB>
                    <a:noFill/>
                  </a:tcPr>
                </a:tc>
                <a:tc>
                  <a:txBody>
                    <a:bodyPr/>
                    <a:lstStyle/>
                    <a:p>
                      <a:pPr>
                        <a:buNone/>
                      </a:pPr>
                      <a:r>
                        <a:rPr lang="en-GB" sz="1400"/>
                        <a:t>Live birth outcome</a:t>
                      </a:r>
                    </a:p>
                  </a:txBody>
                  <a:tcPr marL="90653" marR="90653" marT="45326" marB="45326" anchor="ctr">
                    <a:lnL>
                      <a:noFill/>
                    </a:lnL>
                    <a:lnR>
                      <a:noFill/>
                    </a:lnR>
                    <a:lnT>
                      <a:noFill/>
                    </a:lnT>
                    <a:lnB>
                      <a:noFill/>
                    </a:lnB>
                    <a:noFill/>
                  </a:tcPr>
                </a:tc>
                <a:tc>
                  <a:txBody>
                    <a:bodyPr/>
                    <a:lstStyle/>
                    <a:p>
                      <a:pPr>
                        <a:buNone/>
                      </a:pPr>
                      <a:r>
                        <a:rPr lang="en-GB" sz="1400"/>
                        <a:t>Binary</a:t>
                      </a:r>
                    </a:p>
                  </a:txBody>
                  <a:tcPr marL="90653" marR="90653" marT="45326" marB="45326" anchor="ctr">
                    <a:lnL>
                      <a:noFill/>
                    </a:lnL>
                    <a:lnR>
                      <a:noFill/>
                    </a:lnR>
                    <a:lnT>
                      <a:noFill/>
                    </a:lnT>
                    <a:lnB>
                      <a:noFill/>
                    </a:lnB>
                    <a:noFill/>
                  </a:tcPr>
                </a:tc>
                <a:tc>
                  <a:txBody>
                    <a:bodyPr/>
                    <a:lstStyle/>
                    <a:p>
                      <a:pPr>
                        <a:buNone/>
                      </a:pPr>
                      <a:r>
                        <a:rPr lang="en-GB" sz="1400"/>
                        <a:t>1 = Yes</a:t>
                      </a:r>
                    </a:p>
                  </a:txBody>
                  <a:tcPr marL="90653" marR="90653" marT="45326" marB="45326" anchor="ctr">
                    <a:lnL>
                      <a:noFill/>
                    </a:lnL>
                    <a:lnR>
                      <a:noFill/>
                    </a:lnR>
                    <a:lnT>
                      <a:noFill/>
                    </a:lnT>
                    <a:lnB>
                      <a:noFill/>
                    </a:lnB>
                    <a:noFill/>
                  </a:tcPr>
                </a:tc>
                <a:tc>
                  <a:txBody>
                    <a:bodyPr/>
                    <a:lstStyle/>
                    <a:p>
                      <a:pPr>
                        <a:buNone/>
                      </a:pPr>
                      <a:r>
                        <a:rPr lang="en-GB" sz="140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3452695705"/>
                  </a:ext>
                </a:extLst>
              </a:tr>
              <a:tr h="342931">
                <a:tc>
                  <a:txBody>
                    <a:bodyPr/>
                    <a:lstStyle/>
                    <a:p>
                      <a:pPr>
                        <a:buNone/>
                      </a:pPr>
                      <a:r>
                        <a:rPr lang="en-GB" sz="1400" dirty="0" err="1"/>
                        <a:t>pregnancy_success</a:t>
                      </a:r>
                      <a:endParaRPr lang="en-GB" sz="1400" dirty="0"/>
                    </a:p>
                  </a:txBody>
                  <a:tcPr marL="90653" marR="90653" marT="45326" marB="45326" anchor="ctr">
                    <a:lnL>
                      <a:noFill/>
                    </a:lnL>
                    <a:lnR>
                      <a:noFill/>
                    </a:lnR>
                    <a:lnT>
                      <a:noFill/>
                    </a:lnT>
                    <a:lnB>
                      <a:noFill/>
                    </a:lnB>
                    <a:noFill/>
                  </a:tcPr>
                </a:tc>
                <a:tc>
                  <a:txBody>
                    <a:bodyPr/>
                    <a:lstStyle/>
                    <a:p>
                      <a:pPr>
                        <a:buNone/>
                      </a:pPr>
                      <a:r>
                        <a:rPr lang="en-GB" sz="1400"/>
                        <a:t>Final success flag</a:t>
                      </a:r>
                    </a:p>
                  </a:txBody>
                  <a:tcPr marL="90653" marR="90653" marT="45326" marB="45326" anchor="ctr">
                    <a:lnL>
                      <a:noFill/>
                    </a:lnL>
                    <a:lnR>
                      <a:noFill/>
                    </a:lnR>
                    <a:lnT>
                      <a:noFill/>
                    </a:lnT>
                    <a:lnB>
                      <a:noFill/>
                    </a:lnB>
                    <a:noFill/>
                  </a:tcPr>
                </a:tc>
                <a:tc>
                  <a:txBody>
                    <a:bodyPr/>
                    <a:lstStyle/>
                    <a:p>
                      <a:pPr>
                        <a:buNone/>
                      </a:pPr>
                      <a:r>
                        <a:rPr lang="en-GB" sz="1400"/>
                        <a:t>Binary</a:t>
                      </a:r>
                    </a:p>
                  </a:txBody>
                  <a:tcPr marL="90653" marR="90653" marT="45326" marB="45326" anchor="ctr">
                    <a:lnL>
                      <a:noFill/>
                    </a:lnL>
                    <a:lnR>
                      <a:noFill/>
                    </a:lnR>
                    <a:lnT>
                      <a:noFill/>
                    </a:lnT>
                    <a:lnB>
                      <a:noFill/>
                    </a:lnB>
                    <a:noFill/>
                  </a:tcPr>
                </a:tc>
                <a:tc>
                  <a:txBody>
                    <a:bodyPr/>
                    <a:lstStyle/>
                    <a:p>
                      <a:pPr>
                        <a:buNone/>
                      </a:pPr>
                      <a:r>
                        <a:rPr lang="en-GB" sz="1400"/>
                        <a:t>1 = Success</a:t>
                      </a:r>
                    </a:p>
                  </a:txBody>
                  <a:tcPr marL="90653" marR="90653" marT="45326" marB="45326" anchor="ctr">
                    <a:lnL>
                      <a:noFill/>
                    </a:lnL>
                    <a:lnR>
                      <a:noFill/>
                    </a:lnR>
                    <a:lnT>
                      <a:noFill/>
                    </a:lnT>
                    <a:lnB>
                      <a:noFill/>
                    </a:lnB>
                    <a:noFill/>
                  </a:tcPr>
                </a:tc>
                <a:tc>
                  <a:txBody>
                    <a:bodyPr/>
                    <a:lstStyle/>
                    <a:p>
                      <a:pPr>
                        <a:buNone/>
                      </a:pPr>
                      <a:r>
                        <a:rPr lang="en-GB" sz="1400" dirty="0"/>
                        <a:t>High</a:t>
                      </a:r>
                    </a:p>
                  </a:txBody>
                  <a:tcPr marL="90653" marR="90653" marT="45326" marB="45326" anchor="ctr">
                    <a:lnL>
                      <a:noFill/>
                    </a:lnL>
                    <a:lnR>
                      <a:noFill/>
                    </a:lnR>
                    <a:lnT>
                      <a:noFill/>
                    </a:lnT>
                    <a:lnB>
                      <a:noFill/>
                    </a:lnB>
                    <a:noFill/>
                  </a:tcPr>
                </a:tc>
                <a:extLst>
                  <a:ext uri="{0D108BD9-81ED-4DB2-BD59-A6C34878D82A}">
                    <a16:rowId xmlns:a16="http://schemas.microsoft.com/office/drawing/2014/main" val="2331206665"/>
                  </a:ext>
                </a:extLst>
              </a:tr>
            </a:tbl>
          </a:graphicData>
        </a:graphic>
      </p:graphicFrame>
      <p:sp>
        <p:nvSpPr>
          <p:cNvPr id="5" name="TextBox 4">
            <a:extLst>
              <a:ext uri="{FF2B5EF4-FFF2-40B4-BE49-F238E27FC236}">
                <a16:creationId xmlns:a16="http://schemas.microsoft.com/office/drawing/2014/main" id="{4042BA0B-9A1B-0D82-1E71-F4E85007F90D}"/>
              </a:ext>
            </a:extLst>
          </p:cNvPr>
          <p:cNvSpPr txBox="1"/>
          <p:nvPr/>
        </p:nvSpPr>
        <p:spPr>
          <a:xfrm>
            <a:off x="555094" y="915572"/>
            <a:ext cx="6096000" cy="307777"/>
          </a:xfrm>
          <a:prstGeom prst="rect">
            <a:avLst/>
          </a:prstGeom>
          <a:noFill/>
        </p:spPr>
        <p:txBody>
          <a:bodyPr wrap="square">
            <a:spAutoFit/>
          </a:bodyPr>
          <a:lstStyle/>
          <a:p>
            <a:r>
              <a:rPr lang="en-GB" b="1" dirty="0"/>
              <a:t>Dataset-4</a:t>
            </a:r>
          </a:p>
        </p:txBody>
      </p:sp>
    </p:spTree>
    <p:extLst>
      <p:ext uri="{BB962C8B-B14F-4D97-AF65-F5344CB8AC3E}">
        <p14:creationId xmlns:p14="http://schemas.microsoft.com/office/powerpoint/2010/main" val="4220677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E46DC91-DEB7-9505-A403-C7D6CCDD9307}"/>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200F7F4B-99B9-82EE-59AB-EFD1667CB65C}"/>
              </a:ext>
            </a:extLst>
          </p:cNvPr>
          <p:cNvSpPr txBox="1">
            <a:spLocks noGrp="1"/>
          </p:cNvSpPr>
          <p:nvPr>
            <p:ph type="title"/>
          </p:nvPr>
        </p:nvSpPr>
        <p:spPr>
          <a:xfrm>
            <a:off x="228600" y="205513"/>
            <a:ext cx="10515600" cy="480041"/>
          </a:xfrm>
          <a:prstGeom prst="rect">
            <a:avLst/>
          </a:prstGeom>
          <a:noFill/>
          <a:ln>
            <a:noFill/>
          </a:ln>
        </p:spPr>
        <p:txBody>
          <a:bodyPr spcFirstLastPara="1" wrap="square" lIns="91400" tIns="45675" rIns="91400" bIns="45675" anchor="ctr" anchorCtr="0">
            <a:spAutoFit/>
          </a:bodyPr>
          <a:lstStyle/>
          <a:p>
            <a:pPr lvl="0"/>
            <a:r>
              <a:rPr lang="en-US" sz="2800" b="1" dirty="0">
                <a:latin typeface="Times New Roman"/>
                <a:ea typeface="Times New Roman"/>
                <a:cs typeface="Times New Roman"/>
                <a:sym typeface="Times New Roman"/>
              </a:rPr>
              <a:t>Data Dictionary </a:t>
            </a:r>
            <a:endParaRPr dirty="0"/>
          </a:p>
        </p:txBody>
      </p:sp>
      <p:sp>
        <p:nvSpPr>
          <p:cNvPr id="137" name="Google Shape;137;p32">
            <a:extLst>
              <a:ext uri="{FF2B5EF4-FFF2-40B4-BE49-F238E27FC236}">
                <a16:creationId xmlns:a16="http://schemas.microsoft.com/office/drawing/2014/main" id="{06C2DBE9-8C1F-FD44-8087-EC51000ECC01}"/>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7A818596-B5E7-AED8-056B-99CF1C1F73E1}"/>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E4C94C73-3B33-893F-2CC6-604B2EA80225}"/>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graphicFrame>
        <p:nvGraphicFramePr>
          <p:cNvPr id="2" name="Table 1">
            <a:extLst>
              <a:ext uri="{FF2B5EF4-FFF2-40B4-BE49-F238E27FC236}">
                <a16:creationId xmlns:a16="http://schemas.microsoft.com/office/drawing/2014/main" id="{37FD8495-02B7-3246-0DE0-23027C100101}"/>
              </a:ext>
            </a:extLst>
          </p:cNvPr>
          <p:cNvGraphicFramePr>
            <a:graphicFrameLocks noGrp="1"/>
          </p:cNvGraphicFramePr>
          <p:nvPr>
            <p:extLst>
              <p:ext uri="{D42A27DB-BD31-4B8C-83A1-F6EECF244321}">
                <p14:modId xmlns:p14="http://schemas.microsoft.com/office/powerpoint/2010/main" val="2735724401"/>
              </p:ext>
            </p:extLst>
          </p:nvPr>
        </p:nvGraphicFramePr>
        <p:xfrm>
          <a:off x="764857" y="1003585"/>
          <a:ext cx="10662285" cy="2743200"/>
        </p:xfrm>
        <a:graphic>
          <a:graphicData uri="http://schemas.openxmlformats.org/drawingml/2006/table">
            <a:tbl>
              <a:tblPr/>
              <a:tblGrid>
                <a:gridCol w="2249805">
                  <a:extLst>
                    <a:ext uri="{9D8B030D-6E8A-4147-A177-3AD203B41FA5}">
                      <a16:colId xmlns:a16="http://schemas.microsoft.com/office/drawing/2014/main" val="1934015013"/>
                    </a:ext>
                  </a:extLst>
                </a:gridCol>
                <a:gridCol w="2103120">
                  <a:extLst>
                    <a:ext uri="{9D8B030D-6E8A-4147-A177-3AD203B41FA5}">
                      <a16:colId xmlns:a16="http://schemas.microsoft.com/office/drawing/2014/main" val="4201625009"/>
                    </a:ext>
                  </a:extLst>
                </a:gridCol>
                <a:gridCol w="2103120">
                  <a:extLst>
                    <a:ext uri="{9D8B030D-6E8A-4147-A177-3AD203B41FA5}">
                      <a16:colId xmlns:a16="http://schemas.microsoft.com/office/drawing/2014/main" val="316020876"/>
                    </a:ext>
                  </a:extLst>
                </a:gridCol>
                <a:gridCol w="2103120">
                  <a:extLst>
                    <a:ext uri="{9D8B030D-6E8A-4147-A177-3AD203B41FA5}">
                      <a16:colId xmlns:a16="http://schemas.microsoft.com/office/drawing/2014/main" val="664500031"/>
                    </a:ext>
                  </a:extLst>
                </a:gridCol>
                <a:gridCol w="2103120">
                  <a:extLst>
                    <a:ext uri="{9D8B030D-6E8A-4147-A177-3AD203B41FA5}">
                      <a16:colId xmlns:a16="http://schemas.microsoft.com/office/drawing/2014/main" val="3869223241"/>
                    </a:ext>
                  </a:extLst>
                </a:gridCol>
              </a:tblGrid>
              <a:tr h="286660">
                <a:tc>
                  <a:txBody>
                    <a:bodyPr/>
                    <a:lstStyle/>
                    <a:p>
                      <a:pPr>
                        <a:buNone/>
                      </a:pPr>
                      <a:r>
                        <a:rPr lang="en-GB" b="1" dirty="0"/>
                        <a:t>Column Name</a:t>
                      </a:r>
                    </a:p>
                  </a:txBody>
                  <a:tcPr anchor="ctr">
                    <a:lnL>
                      <a:noFill/>
                    </a:lnL>
                    <a:lnR>
                      <a:noFill/>
                    </a:lnR>
                    <a:lnT>
                      <a:noFill/>
                    </a:lnT>
                    <a:lnB>
                      <a:noFill/>
                    </a:lnB>
                    <a:noFill/>
                  </a:tcPr>
                </a:tc>
                <a:tc>
                  <a:txBody>
                    <a:bodyPr/>
                    <a:lstStyle/>
                    <a:p>
                      <a:pPr>
                        <a:buNone/>
                      </a:pPr>
                      <a:r>
                        <a:rPr lang="en-GB" b="1" dirty="0"/>
                        <a:t>Description</a:t>
                      </a:r>
                    </a:p>
                  </a:txBody>
                  <a:tcPr anchor="ctr">
                    <a:lnL>
                      <a:noFill/>
                    </a:lnL>
                    <a:lnR>
                      <a:noFill/>
                    </a:lnR>
                    <a:lnT>
                      <a:noFill/>
                    </a:lnT>
                    <a:lnB>
                      <a:noFill/>
                    </a:lnB>
                    <a:noFill/>
                  </a:tcPr>
                </a:tc>
                <a:tc>
                  <a:txBody>
                    <a:bodyPr/>
                    <a:lstStyle/>
                    <a:p>
                      <a:pPr>
                        <a:buNone/>
                      </a:pPr>
                      <a:r>
                        <a:rPr lang="en-GB" b="1" dirty="0"/>
                        <a:t>Data Type</a:t>
                      </a:r>
                    </a:p>
                  </a:txBody>
                  <a:tcPr anchor="ctr">
                    <a:lnL>
                      <a:noFill/>
                    </a:lnL>
                    <a:lnR>
                      <a:noFill/>
                    </a:lnR>
                    <a:lnT>
                      <a:noFill/>
                    </a:lnT>
                    <a:lnB>
                      <a:noFill/>
                    </a:lnB>
                    <a:noFill/>
                  </a:tcPr>
                </a:tc>
                <a:tc>
                  <a:txBody>
                    <a:bodyPr/>
                    <a:lstStyle/>
                    <a:p>
                      <a:pPr>
                        <a:buNone/>
                      </a:pPr>
                      <a:r>
                        <a:rPr lang="en-GB" b="1" dirty="0"/>
                        <a:t>Unit</a:t>
                      </a:r>
                    </a:p>
                  </a:txBody>
                  <a:tcPr anchor="ctr">
                    <a:lnL>
                      <a:noFill/>
                    </a:lnL>
                    <a:lnR>
                      <a:noFill/>
                    </a:lnR>
                    <a:lnT>
                      <a:noFill/>
                    </a:lnT>
                    <a:lnB>
                      <a:noFill/>
                    </a:lnB>
                    <a:noFill/>
                  </a:tcPr>
                </a:tc>
                <a:tc>
                  <a:txBody>
                    <a:bodyPr/>
                    <a:lstStyle/>
                    <a:p>
                      <a:pPr>
                        <a:buNone/>
                      </a:pPr>
                      <a:r>
                        <a:rPr lang="en-GB" b="1" dirty="0"/>
                        <a:t>Relevance</a:t>
                      </a:r>
                    </a:p>
                  </a:txBody>
                  <a:tcPr anchor="ctr">
                    <a:lnL>
                      <a:noFill/>
                    </a:lnL>
                    <a:lnR>
                      <a:noFill/>
                    </a:lnR>
                    <a:lnT>
                      <a:noFill/>
                    </a:lnT>
                    <a:lnB>
                      <a:noFill/>
                    </a:lnB>
                    <a:noFill/>
                  </a:tcPr>
                </a:tc>
                <a:extLst>
                  <a:ext uri="{0D108BD9-81ED-4DB2-BD59-A6C34878D82A}">
                    <a16:rowId xmlns:a16="http://schemas.microsoft.com/office/drawing/2014/main" val="1611535288"/>
                  </a:ext>
                </a:extLst>
              </a:tr>
              <a:tr h="501656">
                <a:tc>
                  <a:txBody>
                    <a:bodyPr/>
                    <a:lstStyle/>
                    <a:p>
                      <a:pPr>
                        <a:buNone/>
                      </a:pPr>
                      <a:r>
                        <a:rPr lang="en-US" dirty="0"/>
                        <a:t>group1=chm_2=</a:t>
                      </a:r>
                      <a:r>
                        <a:rPr lang="en-US" dirty="0" err="1"/>
                        <a:t>non_chm</a:t>
                      </a:r>
                      <a:endParaRPr lang="en-US" dirty="0"/>
                    </a:p>
                  </a:txBody>
                  <a:tcPr anchor="ctr">
                    <a:lnL>
                      <a:noFill/>
                    </a:lnL>
                    <a:lnR>
                      <a:noFill/>
                    </a:lnR>
                    <a:lnT>
                      <a:noFill/>
                    </a:lnT>
                    <a:lnB>
                      <a:noFill/>
                    </a:lnB>
                    <a:noFill/>
                  </a:tcPr>
                </a:tc>
                <a:tc>
                  <a:txBody>
                    <a:bodyPr/>
                    <a:lstStyle/>
                    <a:p>
                      <a:pPr>
                        <a:buNone/>
                      </a:pPr>
                      <a:r>
                        <a:rPr lang="en-GB"/>
                        <a:t>Treatment group</a:t>
                      </a:r>
                    </a:p>
                  </a:txBody>
                  <a:tcPr anchor="ctr">
                    <a:lnL>
                      <a:noFill/>
                    </a:lnL>
                    <a:lnR>
                      <a:noFill/>
                    </a:lnR>
                    <a:lnT>
                      <a:noFill/>
                    </a:lnT>
                    <a:lnB>
                      <a:noFill/>
                    </a:lnB>
                    <a:noFill/>
                  </a:tcPr>
                </a:tc>
                <a:tc>
                  <a:txBody>
                    <a:bodyPr/>
                    <a:lstStyle/>
                    <a:p>
                      <a:pPr>
                        <a:buNone/>
                      </a:pPr>
                      <a:r>
                        <a:rPr lang="en-GB" dirty="0"/>
                        <a:t>Categorical</a:t>
                      </a:r>
                    </a:p>
                  </a:txBody>
                  <a:tcPr anchor="ctr">
                    <a:lnL>
                      <a:noFill/>
                    </a:lnL>
                    <a:lnR>
                      <a:noFill/>
                    </a:lnR>
                    <a:lnT>
                      <a:noFill/>
                    </a:lnT>
                    <a:lnB>
                      <a:noFill/>
                    </a:lnB>
                    <a:noFill/>
                  </a:tcPr>
                </a:tc>
                <a:tc>
                  <a:txBody>
                    <a:bodyPr/>
                    <a:lstStyle/>
                    <a:p>
                      <a:pPr>
                        <a:buNone/>
                      </a:pPr>
                      <a:r>
                        <a:rPr lang="en-GB"/>
                        <a:t>CHM / Non-CHM</a:t>
                      </a:r>
                    </a:p>
                  </a:txBody>
                  <a:tcPr anchor="ctr">
                    <a:lnL>
                      <a:noFill/>
                    </a:lnL>
                    <a:lnR>
                      <a:noFill/>
                    </a:lnR>
                    <a:lnT>
                      <a:noFill/>
                    </a:lnT>
                    <a:lnB>
                      <a:noFill/>
                    </a:lnB>
                    <a:noFill/>
                  </a:tcPr>
                </a:tc>
                <a:tc>
                  <a:txBody>
                    <a:bodyPr/>
                    <a:lstStyle/>
                    <a:p>
                      <a:pPr>
                        <a:buNone/>
                      </a:pPr>
                      <a:r>
                        <a:rPr lang="en-GB"/>
                        <a:t>High</a:t>
                      </a:r>
                    </a:p>
                  </a:txBody>
                  <a:tcPr anchor="ctr">
                    <a:lnL>
                      <a:noFill/>
                    </a:lnL>
                    <a:lnR>
                      <a:noFill/>
                    </a:lnR>
                    <a:lnT>
                      <a:noFill/>
                    </a:lnT>
                    <a:lnB>
                      <a:noFill/>
                    </a:lnB>
                    <a:noFill/>
                  </a:tcPr>
                </a:tc>
                <a:extLst>
                  <a:ext uri="{0D108BD9-81ED-4DB2-BD59-A6C34878D82A}">
                    <a16:rowId xmlns:a16="http://schemas.microsoft.com/office/drawing/2014/main" val="4038778578"/>
                  </a:ext>
                </a:extLst>
              </a:tr>
              <a:tr h="286660">
                <a:tc>
                  <a:txBody>
                    <a:bodyPr/>
                    <a:lstStyle/>
                    <a:p>
                      <a:pPr>
                        <a:buNone/>
                      </a:pPr>
                      <a:r>
                        <a:rPr lang="en-GB" dirty="0" err="1"/>
                        <a:t>weightkg</a:t>
                      </a:r>
                      <a:endParaRPr lang="en-GB" dirty="0"/>
                    </a:p>
                  </a:txBody>
                  <a:tcPr anchor="ctr">
                    <a:lnL>
                      <a:noFill/>
                    </a:lnL>
                    <a:lnR>
                      <a:noFill/>
                    </a:lnR>
                    <a:lnT>
                      <a:noFill/>
                    </a:lnT>
                    <a:lnB>
                      <a:noFill/>
                    </a:lnB>
                    <a:noFill/>
                  </a:tcPr>
                </a:tc>
                <a:tc>
                  <a:txBody>
                    <a:bodyPr/>
                    <a:lstStyle/>
                    <a:p>
                      <a:pPr>
                        <a:buNone/>
                      </a:pPr>
                      <a:r>
                        <a:rPr lang="en-GB" dirty="0"/>
                        <a:t>Baby birth weight</a:t>
                      </a:r>
                    </a:p>
                  </a:txBody>
                  <a:tcPr anchor="ctr">
                    <a:lnL>
                      <a:noFill/>
                    </a:lnL>
                    <a:lnR>
                      <a:noFill/>
                    </a:lnR>
                    <a:lnT>
                      <a:noFill/>
                    </a:lnT>
                    <a:lnB>
                      <a:noFill/>
                    </a:lnB>
                    <a:noFill/>
                  </a:tcPr>
                </a:tc>
                <a:tc>
                  <a:txBody>
                    <a:bodyPr/>
                    <a:lstStyle/>
                    <a:p>
                      <a:pPr>
                        <a:buNone/>
                      </a:pPr>
                      <a:r>
                        <a:rPr lang="en-GB"/>
                        <a:t>Numeric</a:t>
                      </a:r>
                    </a:p>
                  </a:txBody>
                  <a:tcPr anchor="ctr">
                    <a:lnL>
                      <a:noFill/>
                    </a:lnL>
                    <a:lnR>
                      <a:noFill/>
                    </a:lnR>
                    <a:lnT>
                      <a:noFill/>
                    </a:lnT>
                    <a:lnB>
                      <a:noFill/>
                    </a:lnB>
                    <a:noFill/>
                  </a:tcPr>
                </a:tc>
                <a:tc>
                  <a:txBody>
                    <a:bodyPr/>
                    <a:lstStyle/>
                    <a:p>
                      <a:pPr>
                        <a:buNone/>
                      </a:pPr>
                      <a:r>
                        <a:rPr lang="en-GB" dirty="0"/>
                        <a:t>kg</a:t>
                      </a:r>
                    </a:p>
                  </a:txBody>
                  <a:tcPr anchor="ctr">
                    <a:lnL>
                      <a:noFill/>
                    </a:lnL>
                    <a:lnR>
                      <a:noFill/>
                    </a:lnR>
                    <a:lnT>
                      <a:noFill/>
                    </a:lnT>
                    <a:lnB>
                      <a:noFill/>
                    </a:lnB>
                    <a:noFill/>
                  </a:tcPr>
                </a:tc>
                <a:tc>
                  <a:txBody>
                    <a:bodyPr/>
                    <a:lstStyle/>
                    <a:p>
                      <a:pPr>
                        <a:buNone/>
                      </a:pPr>
                      <a:r>
                        <a:rPr lang="en-GB"/>
                        <a:t>High</a:t>
                      </a:r>
                    </a:p>
                  </a:txBody>
                  <a:tcPr anchor="ctr">
                    <a:lnL>
                      <a:noFill/>
                    </a:lnL>
                    <a:lnR>
                      <a:noFill/>
                    </a:lnR>
                    <a:lnT>
                      <a:noFill/>
                    </a:lnT>
                    <a:lnB>
                      <a:noFill/>
                    </a:lnB>
                    <a:noFill/>
                  </a:tcPr>
                </a:tc>
                <a:extLst>
                  <a:ext uri="{0D108BD9-81ED-4DB2-BD59-A6C34878D82A}">
                    <a16:rowId xmlns:a16="http://schemas.microsoft.com/office/drawing/2014/main" val="1427897627"/>
                  </a:ext>
                </a:extLst>
              </a:tr>
              <a:tr h="286660">
                <a:tc>
                  <a:txBody>
                    <a:bodyPr/>
                    <a:lstStyle/>
                    <a:p>
                      <a:pPr>
                        <a:buNone/>
                      </a:pPr>
                      <a:r>
                        <a:rPr lang="en-GB" dirty="0" err="1"/>
                        <a:t>apgar</a:t>
                      </a:r>
                      <a:endParaRPr lang="en-GB" dirty="0"/>
                    </a:p>
                  </a:txBody>
                  <a:tcPr anchor="ctr">
                    <a:lnL>
                      <a:noFill/>
                    </a:lnL>
                    <a:lnR>
                      <a:noFill/>
                    </a:lnR>
                    <a:lnT>
                      <a:noFill/>
                    </a:lnT>
                    <a:lnB>
                      <a:noFill/>
                    </a:lnB>
                    <a:noFill/>
                  </a:tcPr>
                </a:tc>
                <a:tc>
                  <a:txBody>
                    <a:bodyPr/>
                    <a:lstStyle/>
                    <a:p>
                      <a:pPr>
                        <a:buNone/>
                      </a:pPr>
                      <a:r>
                        <a:rPr lang="en-GB"/>
                        <a:t>APGAR score</a:t>
                      </a:r>
                    </a:p>
                  </a:txBody>
                  <a:tcPr anchor="ctr">
                    <a:lnL>
                      <a:noFill/>
                    </a:lnL>
                    <a:lnR>
                      <a:noFill/>
                    </a:lnR>
                    <a:lnT>
                      <a:noFill/>
                    </a:lnT>
                    <a:lnB>
                      <a:noFill/>
                    </a:lnB>
                    <a:noFill/>
                  </a:tcPr>
                </a:tc>
                <a:tc>
                  <a:txBody>
                    <a:bodyPr/>
                    <a:lstStyle/>
                    <a:p>
                      <a:pPr>
                        <a:buNone/>
                      </a:pPr>
                      <a:r>
                        <a:rPr lang="en-GB"/>
                        <a:t>Numeric</a:t>
                      </a:r>
                    </a:p>
                  </a:txBody>
                  <a:tcPr anchor="ctr">
                    <a:lnL>
                      <a:noFill/>
                    </a:lnL>
                    <a:lnR>
                      <a:noFill/>
                    </a:lnR>
                    <a:lnT>
                      <a:noFill/>
                    </a:lnT>
                    <a:lnB>
                      <a:noFill/>
                    </a:lnB>
                    <a:noFill/>
                  </a:tcPr>
                </a:tc>
                <a:tc>
                  <a:txBody>
                    <a:bodyPr/>
                    <a:lstStyle/>
                    <a:p>
                      <a:pPr>
                        <a:buNone/>
                      </a:pPr>
                      <a:r>
                        <a:rPr lang="en-GB"/>
                        <a:t>0–10</a:t>
                      </a:r>
                    </a:p>
                  </a:txBody>
                  <a:tcPr anchor="ctr">
                    <a:lnL>
                      <a:noFill/>
                    </a:lnL>
                    <a:lnR>
                      <a:noFill/>
                    </a:lnR>
                    <a:lnT>
                      <a:noFill/>
                    </a:lnT>
                    <a:lnB>
                      <a:noFill/>
                    </a:lnB>
                    <a:noFill/>
                  </a:tcPr>
                </a:tc>
                <a:tc>
                  <a:txBody>
                    <a:bodyPr/>
                    <a:lstStyle/>
                    <a:p>
                      <a:pPr>
                        <a:buNone/>
                      </a:pPr>
                      <a:r>
                        <a:rPr lang="en-GB"/>
                        <a:t>High</a:t>
                      </a:r>
                    </a:p>
                  </a:txBody>
                  <a:tcPr anchor="ctr">
                    <a:lnL>
                      <a:noFill/>
                    </a:lnL>
                    <a:lnR>
                      <a:noFill/>
                    </a:lnR>
                    <a:lnT>
                      <a:noFill/>
                    </a:lnT>
                    <a:lnB>
                      <a:noFill/>
                    </a:lnB>
                    <a:noFill/>
                  </a:tcPr>
                </a:tc>
                <a:extLst>
                  <a:ext uri="{0D108BD9-81ED-4DB2-BD59-A6C34878D82A}">
                    <a16:rowId xmlns:a16="http://schemas.microsoft.com/office/drawing/2014/main" val="2327103673"/>
                  </a:ext>
                </a:extLst>
              </a:tr>
              <a:tr h="286660">
                <a:tc>
                  <a:txBody>
                    <a:bodyPr/>
                    <a:lstStyle/>
                    <a:p>
                      <a:pPr>
                        <a:buNone/>
                      </a:pPr>
                      <a:r>
                        <a:rPr lang="en-GB"/>
                        <a:t>gender_label</a:t>
                      </a:r>
                    </a:p>
                  </a:txBody>
                  <a:tcPr anchor="ctr">
                    <a:lnL>
                      <a:noFill/>
                    </a:lnL>
                    <a:lnR>
                      <a:noFill/>
                    </a:lnR>
                    <a:lnT>
                      <a:noFill/>
                    </a:lnT>
                    <a:lnB>
                      <a:noFill/>
                    </a:lnB>
                    <a:noFill/>
                  </a:tcPr>
                </a:tc>
                <a:tc>
                  <a:txBody>
                    <a:bodyPr/>
                    <a:lstStyle/>
                    <a:p>
                      <a:pPr>
                        <a:buNone/>
                      </a:pPr>
                      <a:r>
                        <a:rPr lang="en-GB"/>
                        <a:t>Baby gender</a:t>
                      </a:r>
                    </a:p>
                  </a:txBody>
                  <a:tcPr anchor="ctr">
                    <a:lnL>
                      <a:noFill/>
                    </a:lnL>
                    <a:lnR>
                      <a:noFill/>
                    </a:lnR>
                    <a:lnT>
                      <a:noFill/>
                    </a:lnT>
                    <a:lnB>
                      <a:noFill/>
                    </a:lnB>
                    <a:noFill/>
                  </a:tcPr>
                </a:tc>
                <a:tc>
                  <a:txBody>
                    <a:bodyPr/>
                    <a:lstStyle/>
                    <a:p>
                      <a:pPr>
                        <a:buNone/>
                      </a:pPr>
                      <a:r>
                        <a:rPr lang="en-GB"/>
                        <a:t>Categorical</a:t>
                      </a:r>
                    </a:p>
                  </a:txBody>
                  <a:tcPr anchor="ctr">
                    <a:lnL>
                      <a:noFill/>
                    </a:lnL>
                    <a:lnR>
                      <a:noFill/>
                    </a:lnR>
                    <a:lnT>
                      <a:noFill/>
                    </a:lnT>
                    <a:lnB>
                      <a:noFill/>
                    </a:lnB>
                    <a:noFill/>
                  </a:tcPr>
                </a:tc>
                <a:tc>
                  <a:txBody>
                    <a:bodyPr/>
                    <a:lstStyle/>
                    <a:p>
                      <a:pPr>
                        <a:buNone/>
                      </a:pPr>
                      <a:r>
                        <a:rPr lang="en-GB"/>
                        <a:t>Male/Female</a:t>
                      </a:r>
                    </a:p>
                  </a:txBody>
                  <a:tcPr anchor="ctr">
                    <a:lnL>
                      <a:noFill/>
                    </a:lnL>
                    <a:lnR>
                      <a:noFill/>
                    </a:lnR>
                    <a:lnT>
                      <a:noFill/>
                    </a:lnT>
                    <a:lnB>
                      <a:noFill/>
                    </a:lnB>
                    <a:noFill/>
                  </a:tcPr>
                </a:tc>
                <a:tc>
                  <a:txBody>
                    <a:bodyPr/>
                    <a:lstStyle/>
                    <a:p>
                      <a:pPr>
                        <a:buNone/>
                      </a:pPr>
                      <a:r>
                        <a:rPr lang="en-GB"/>
                        <a:t>Low</a:t>
                      </a:r>
                    </a:p>
                  </a:txBody>
                  <a:tcPr anchor="ctr">
                    <a:lnL>
                      <a:noFill/>
                    </a:lnL>
                    <a:lnR>
                      <a:noFill/>
                    </a:lnR>
                    <a:lnT>
                      <a:noFill/>
                    </a:lnT>
                    <a:lnB>
                      <a:noFill/>
                    </a:lnB>
                    <a:noFill/>
                  </a:tcPr>
                </a:tc>
                <a:extLst>
                  <a:ext uri="{0D108BD9-81ED-4DB2-BD59-A6C34878D82A}">
                    <a16:rowId xmlns:a16="http://schemas.microsoft.com/office/drawing/2014/main" val="1525203721"/>
                  </a:ext>
                </a:extLst>
              </a:tr>
              <a:tr h="501656">
                <a:tc>
                  <a:txBody>
                    <a:bodyPr/>
                    <a:lstStyle/>
                    <a:p>
                      <a:pPr>
                        <a:buNone/>
                      </a:pPr>
                      <a:r>
                        <a:rPr lang="en-GB"/>
                        <a:t>delivery_occurred</a:t>
                      </a:r>
                    </a:p>
                  </a:txBody>
                  <a:tcPr anchor="ctr">
                    <a:lnL>
                      <a:noFill/>
                    </a:lnL>
                    <a:lnR>
                      <a:noFill/>
                    </a:lnR>
                    <a:lnT>
                      <a:noFill/>
                    </a:lnT>
                    <a:lnB>
                      <a:noFill/>
                    </a:lnB>
                    <a:noFill/>
                  </a:tcPr>
                </a:tc>
                <a:tc>
                  <a:txBody>
                    <a:bodyPr/>
                    <a:lstStyle/>
                    <a:p>
                      <a:pPr>
                        <a:buNone/>
                      </a:pPr>
                      <a:r>
                        <a:rPr lang="en-GB"/>
                        <a:t>Delivery confirmation</a:t>
                      </a:r>
                    </a:p>
                  </a:txBody>
                  <a:tcPr anchor="ctr">
                    <a:lnL>
                      <a:noFill/>
                    </a:lnL>
                    <a:lnR>
                      <a:noFill/>
                    </a:lnR>
                    <a:lnT>
                      <a:noFill/>
                    </a:lnT>
                    <a:lnB>
                      <a:noFill/>
                    </a:lnB>
                    <a:noFill/>
                  </a:tcPr>
                </a:tc>
                <a:tc>
                  <a:txBody>
                    <a:bodyPr/>
                    <a:lstStyle/>
                    <a:p>
                      <a:pPr>
                        <a:buNone/>
                      </a:pPr>
                      <a:r>
                        <a:rPr lang="en-GB" dirty="0"/>
                        <a:t>Binary</a:t>
                      </a:r>
                    </a:p>
                  </a:txBody>
                  <a:tcPr anchor="ctr">
                    <a:lnL>
                      <a:noFill/>
                    </a:lnL>
                    <a:lnR>
                      <a:noFill/>
                    </a:lnR>
                    <a:lnT>
                      <a:noFill/>
                    </a:lnT>
                    <a:lnB>
                      <a:noFill/>
                    </a:lnB>
                    <a:noFill/>
                  </a:tcPr>
                </a:tc>
                <a:tc>
                  <a:txBody>
                    <a:bodyPr/>
                    <a:lstStyle/>
                    <a:p>
                      <a:pPr>
                        <a:buNone/>
                      </a:pPr>
                      <a:r>
                        <a:rPr lang="en-GB"/>
                        <a:t>Yes/No</a:t>
                      </a:r>
                    </a:p>
                  </a:txBody>
                  <a:tcPr anchor="ctr">
                    <a:lnL>
                      <a:noFill/>
                    </a:lnL>
                    <a:lnR>
                      <a:noFill/>
                    </a:lnR>
                    <a:lnT>
                      <a:noFill/>
                    </a:lnT>
                    <a:lnB>
                      <a:noFill/>
                    </a:lnB>
                    <a:noFill/>
                  </a:tcPr>
                </a:tc>
                <a:tc>
                  <a:txBody>
                    <a:bodyPr/>
                    <a:lstStyle/>
                    <a:p>
                      <a:pPr>
                        <a:buNone/>
                      </a:pPr>
                      <a:r>
                        <a:rPr lang="en-GB" dirty="0"/>
                        <a:t>Medium</a:t>
                      </a:r>
                    </a:p>
                  </a:txBody>
                  <a:tcPr anchor="ctr">
                    <a:lnL>
                      <a:noFill/>
                    </a:lnL>
                    <a:lnR>
                      <a:noFill/>
                    </a:lnR>
                    <a:lnT>
                      <a:noFill/>
                    </a:lnT>
                    <a:lnB>
                      <a:noFill/>
                    </a:lnB>
                    <a:noFill/>
                  </a:tcPr>
                </a:tc>
                <a:extLst>
                  <a:ext uri="{0D108BD9-81ED-4DB2-BD59-A6C34878D82A}">
                    <a16:rowId xmlns:a16="http://schemas.microsoft.com/office/drawing/2014/main" val="2518559272"/>
                  </a:ext>
                </a:extLst>
              </a:tr>
            </a:tbl>
          </a:graphicData>
        </a:graphic>
      </p:graphicFrame>
      <p:graphicFrame>
        <p:nvGraphicFramePr>
          <p:cNvPr id="3" name="Table 2">
            <a:extLst>
              <a:ext uri="{FF2B5EF4-FFF2-40B4-BE49-F238E27FC236}">
                <a16:creationId xmlns:a16="http://schemas.microsoft.com/office/drawing/2014/main" id="{ABAAEAA9-E9AB-F5ED-570A-142173AE2CD2}"/>
              </a:ext>
            </a:extLst>
          </p:cNvPr>
          <p:cNvGraphicFramePr>
            <a:graphicFrameLocks noGrp="1"/>
          </p:cNvGraphicFramePr>
          <p:nvPr>
            <p:extLst>
              <p:ext uri="{D42A27DB-BD31-4B8C-83A1-F6EECF244321}">
                <p14:modId xmlns:p14="http://schemas.microsoft.com/office/powerpoint/2010/main" val="158946104"/>
              </p:ext>
            </p:extLst>
          </p:nvPr>
        </p:nvGraphicFramePr>
        <p:xfrm>
          <a:off x="666750" y="4009755"/>
          <a:ext cx="10515600" cy="2651760"/>
        </p:xfrm>
        <a:graphic>
          <a:graphicData uri="http://schemas.openxmlformats.org/drawingml/2006/table">
            <a:tbl>
              <a:tblPr/>
              <a:tblGrid>
                <a:gridCol w="2103120">
                  <a:extLst>
                    <a:ext uri="{9D8B030D-6E8A-4147-A177-3AD203B41FA5}">
                      <a16:colId xmlns:a16="http://schemas.microsoft.com/office/drawing/2014/main" val="4110298822"/>
                    </a:ext>
                  </a:extLst>
                </a:gridCol>
                <a:gridCol w="2103120">
                  <a:extLst>
                    <a:ext uri="{9D8B030D-6E8A-4147-A177-3AD203B41FA5}">
                      <a16:colId xmlns:a16="http://schemas.microsoft.com/office/drawing/2014/main" val="1471871202"/>
                    </a:ext>
                  </a:extLst>
                </a:gridCol>
                <a:gridCol w="2103120">
                  <a:extLst>
                    <a:ext uri="{9D8B030D-6E8A-4147-A177-3AD203B41FA5}">
                      <a16:colId xmlns:a16="http://schemas.microsoft.com/office/drawing/2014/main" val="1089952503"/>
                    </a:ext>
                  </a:extLst>
                </a:gridCol>
                <a:gridCol w="2103120">
                  <a:extLst>
                    <a:ext uri="{9D8B030D-6E8A-4147-A177-3AD203B41FA5}">
                      <a16:colId xmlns:a16="http://schemas.microsoft.com/office/drawing/2014/main" val="4161342380"/>
                    </a:ext>
                  </a:extLst>
                </a:gridCol>
                <a:gridCol w="2103120">
                  <a:extLst>
                    <a:ext uri="{9D8B030D-6E8A-4147-A177-3AD203B41FA5}">
                      <a16:colId xmlns:a16="http://schemas.microsoft.com/office/drawing/2014/main" val="2439147637"/>
                    </a:ext>
                  </a:extLst>
                </a:gridCol>
              </a:tblGrid>
              <a:tr h="0">
                <a:tc>
                  <a:txBody>
                    <a:bodyPr/>
                    <a:lstStyle/>
                    <a:p>
                      <a:pPr>
                        <a:buNone/>
                      </a:pPr>
                      <a:r>
                        <a:rPr lang="en-GB" b="1" dirty="0"/>
                        <a:t>Column Name</a:t>
                      </a:r>
                    </a:p>
                  </a:txBody>
                  <a:tcPr anchor="ctr">
                    <a:lnL>
                      <a:noFill/>
                    </a:lnL>
                    <a:lnR>
                      <a:noFill/>
                    </a:lnR>
                    <a:lnT>
                      <a:noFill/>
                    </a:lnT>
                    <a:lnB>
                      <a:noFill/>
                    </a:lnB>
                    <a:noFill/>
                  </a:tcPr>
                </a:tc>
                <a:tc>
                  <a:txBody>
                    <a:bodyPr/>
                    <a:lstStyle/>
                    <a:p>
                      <a:pPr>
                        <a:buNone/>
                      </a:pPr>
                      <a:r>
                        <a:rPr lang="en-GB" b="1" dirty="0"/>
                        <a:t>Description</a:t>
                      </a:r>
                    </a:p>
                  </a:txBody>
                  <a:tcPr anchor="ctr">
                    <a:lnL>
                      <a:noFill/>
                    </a:lnL>
                    <a:lnR>
                      <a:noFill/>
                    </a:lnR>
                    <a:lnT>
                      <a:noFill/>
                    </a:lnT>
                    <a:lnB>
                      <a:noFill/>
                    </a:lnB>
                    <a:noFill/>
                  </a:tcPr>
                </a:tc>
                <a:tc>
                  <a:txBody>
                    <a:bodyPr/>
                    <a:lstStyle/>
                    <a:p>
                      <a:pPr>
                        <a:buNone/>
                      </a:pPr>
                      <a:r>
                        <a:rPr lang="en-GB" b="1" dirty="0"/>
                        <a:t>Data Type</a:t>
                      </a:r>
                    </a:p>
                  </a:txBody>
                  <a:tcPr anchor="ctr">
                    <a:lnL>
                      <a:noFill/>
                    </a:lnL>
                    <a:lnR>
                      <a:noFill/>
                    </a:lnR>
                    <a:lnT>
                      <a:noFill/>
                    </a:lnT>
                    <a:lnB>
                      <a:noFill/>
                    </a:lnB>
                    <a:noFill/>
                  </a:tcPr>
                </a:tc>
                <a:tc>
                  <a:txBody>
                    <a:bodyPr/>
                    <a:lstStyle/>
                    <a:p>
                      <a:pPr>
                        <a:buNone/>
                      </a:pPr>
                      <a:r>
                        <a:rPr lang="en-GB" b="1" dirty="0"/>
                        <a:t>Unit</a:t>
                      </a:r>
                    </a:p>
                  </a:txBody>
                  <a:tcPr anchor="ctr">
                    <a:lnL>
                      <a:noFill/>
                    </a:lnL>
                    <a:lnR>
                      <a:noFill/>
                    </a:lnR>
                    <a:lnT>
                      <a:noFill/>
                    </a:lnT>
                    <a:lnB>
                      <a:noFill/>
                    </a:lnB>
                    <a:noFill/>
                  </a:tcPr>
                </a:tc>
                <a:tc>
                  <a:txBody>
                    <a:bodyPr/>
                    <a:lstStyle/>
                    <a:p>
                      <a:pPr>
                        <a:buNone/>
                      </a:pPr>
                      <a:r>
                        <a:rPr lang="en-GB" b="1" dirty="0"/>
                        <a:t>Relevance</a:t>
                      </a:r>
                    </a:p>
                  </a:txBody>
                  <a:tcPr anchor="ctr">
                    <a:lnL>
                      <a:noFill/>
                    </a:lnL>
                    <a:lnR>
                      <a:noFill/>
                    </a:lnR>
                    <a:lnT>
                      <a:noFill/>
                    </a:lnT>
                    <a:lnB>
                      <a:noFill/>
                    </a:lnB>
                    <a:noFill/>
                  </a:tcPr>
                </a:tc>
                <a:extLst>
                  <a:ext uri="{0D108BD9-81ED-4DB2-BD59-A6C34878D82A}">
                    <a16:rowId xmlns:a16="http://schemas.microsoft.com/office/drawing/2014/main" val="1382042325"/>
                  </a:ext>
                </a:extLst>
              </a:tr>
              <a:tr h="0">
                <a:tc>
                  <a:txBody>
                    <a:bodyPr/>
                    <a:lstStyle/>
                    <a:p>
                      <a:pPr>
                        <a:buNone/>
                      </a:pPr>
                      <a:r>
                        <a:rPr lang="en-US"/>
                        <a:t>group1=chm_2=non_chm</a:t>
                      </a:r>
                    </a:p>
                  </a:txBody>
                  <a:tcPr anchor="ctr">
                    <a:lnL>
                      <a:noFill/>
                    </a:lnL>
                    <a:lnR>
                      <a:noFill/>
                    </a:lnR>
                    <a:lnT>
                      <a:noFill/>
                    </a:lnT>
                    <a:lnB>
                      <a:noFill/>
                    </a:lnB>
                    <a:noFill/>
                  </a:tcPr>
                </a:tc>
                <a:tc>
                  <a:txBody>
                    <a:bodyPr/>
                    <a:lstStyle/>
                    <a:p>
                      <a:pPr>
                        <a:buNone/>
                      </a:pPr>
                      <a:r>
                        <a:rPr lang="en-GB" dirty="0"/>
                        <a:t>Treatment group</a:t>
                      </a:r>
                    </a:p>
                  </a:txBody>
                  <a:tcPr anchor="ctr">
                    <a:lnL>
                      <a:noFill/>
                    </a:lnL>
                    <a:lnR>
                      <a:noFill/>
                    </a:lnR>
                    <a:lnT>
                      <a:noFill/>
                    </a:lnT>
                    <a:lnB>
                      <a:noFill/>
                    </a:lnB>
                    <a:noFill/>
                  </a:tcPr>
                </a:tc>
                <a:tc>
                  <a:txBody>
                    <a:bodyPr/>
                    <a:lstStyle/>
                    <a:p>
                      <a:pPr>
                        <a:buNone/>
                      </a:pPr>
                      <a:r>
                        <a:rPr lang="en-GB" dirty="0"/>
                        <a:t>Categorical</a:t>
                      </a:r>
                    </a:p>
                  </a:txBody>
                  <a:tcPr anchor="ctr">
                    <a:lnL>
                      <a:noFill/>
                    </a:lnL>
                    <a:lnR>
                      <a:noFill/>
                    </a:lnR>
                    <a:lnT>
                      <a:noFill/>
                    </a:lnT>
                    <a:lnB>
                      <a:noFill/>
                    </a:lnB>
                    <a:noFill/>
                  </a:tcPr>
                </a:tc>
                <a:tc>
                  <a:txBody>
                    <a:bodyPr/>
                    <a:lstStyle/>
                    <a:p>
                      <a:pPr>
                        <a:buNone/>
                      </a:pPr>
                      <a:r>
                        <a:rPr lang="en-GB"/>
                        <a:t>CHM / Non-CHM</a:t>
                      </a:r>
                    </a:p>
                  </a:txBody>
                  <a:tcPr anchor="ctr">
                    <a:lnL>
                      <a:noFill/>
                    </a:lnL>
                    <a:lnR>
                      <a:noFill/>
                    </a:lnR>
                    <a:lnT>
                      <a:noFill/>
                    </a:lnT>
                    <a:lnB>
                      <a:noFill/>
                    </a:lnB>
                    <a:noFill/>
                  </a:tcPr>
                </a:tc>
                <a:tc>
                  <a:txBody>
                    <a:bodyPr/>
                    <a:lstStyle/>
                    <a:p>
                      <a:pPr>
                        <a:buNone/>
                      </a:pPr>
                      <a:r>
                        <a:rPr lang="en-GB"/>
                        <a:t>High</a:t>
                      </a:r>
                    </a:p>
                  </a:txBody>
                  <a:tcPr anchor="ctr">
                    <a:lnL>
                      <a:noFill/>
                    </a:lnL>
                    <a:lnR>
                      <a:noFill/>
                    </a:lnR>
                    <a:lnT>
                      <a:noFill/>
                    </a:lnT>
                    <a:lnB>
                      <a:noFill/>
                    </a:lnB>
                    <a:noFill/>
                  </a:tcPr>
                </a:tc>
                <a:extLst>
                  <a:ext uri="{0D108BD9-81ED-4DB2-BD59-A6C34878D82A}">
                    <a16:rowId xmlns:a16="http://schemas.microsoft.com/office/drawing/2014/main" val="1692802443"/>
                  </a:ext>
                </a:extLst>
              </a:tr>
              <a:tr h="0">
                <a:tc>
                  <a:txBody>
                    <a:bodyPr/>
                    <a:lstStyle/>
                    <a:p>
                      <a:pPr>
                        <a:buNone/>
                      </a:pPr>
                      <a:r>
                        <a:rPr lang="en-GB"/>
                        <a:t>bmp15pg_ml</a:t>
                      </a:r>
                    </a:p>
                  </a:txBody>
                  <a:tcPr anchor="ctr">
                    <a:lnL>
                      <a:noFill/>
                    </a:lnL>
                    <a:lnR>
                      <a:noFill/>
                    </a:lnR>
                    <a:lnT>
                      <a:noFill/>
                    </a:lnT>
                    <a:lnB>
                      <a:noFill/>
                    </a:lnB>
                    <a:noFill/>
                  </a:tcPr>
                </a:tc>
                <a:tc>
                  <a:txBody>
                    <a:bodyPr/>
                    <a:lstStyle/>
                    <a:p>
                      <a:pPr>
                        <a:buNone/>
                      </a:pPr>
                      <a:r>
                        <a:rPr lang="en-GB"/>
                        <a:t>BMP15 biomarker (egg quality)</a:t>
                      </a:r>
                    </a:p>
                  </a:txBody>
                  <a:tcPr anchor="ctr">
                    <a:lnL>
                      <a:noFill/>
                    </a:lnL>
                    <a:lnR>
                      <a:noFill/>
                    </a:lnR>
                    <a:lnT>
                      <a:noFill/>
                    </a:lnT>
                    <a:lnB>
                      <a:noFill/>
                    </a:lnB>
                    <a:noFill/>
                  </a:tcPr>
                </a:tc>
                <a:tc>
                  <a:txBody>
                    <a:bodyPr/>
                    <a:lstStyle/>
                    <a:p>
                      <a:pPr>
                        <a:buNone/>
                      </a:pPr>
                      <a:r>
                        <a:rPr lang="en-GB" dirty="0"/>
                        <a:t>Numeric</a:t>
                      </a:r>
                    </a:p>
                  </a:txBody>
                  <a:tcPr anchor="ctr">
                    <a:lnL>
                      <a:noFill/>
                    </a:lnL>
                    <a:lnR>
                      <a:noFill/>
                    </a:lnR>
                    <a:lnT>
                      <a:noFill/>
                    </a:lnT>
                    <a:lnB>
                      <a:noFill/>
                    </a:lnB>
                    <a:noFill/>
                  </a:tcPr>
                </a:tc>
                <a:tc>
                  <a:txBody>
                    <a:bodyPr/>
                    <a:lstStyle/>
                    <a:p>
                      <a:pPr>
                        <a:buNone/>
                      </a:pPr>
                      <a:r>
                        <a:rPr lang="en-GB"/>
                        <a:t>pg/mL</a:t>
                      </a:r>
                    </a:p>
                  </a:txBody>
                  <a:tcPr anchor="ctr">
                    <a:lnL>
                      <a:noFill/>
                    </a:lnL>
                    <a:lnR>
                      <a:noFill/>
                    </a:lnR>
                    <a:lnT>
                      <a:noFill/>
                    </a:lnT>
                    <a:lnB>
                      <a:noFill/>
                    </a:lnB>
                    <a:noFill/>
                  </a:tcPr>
                </a:tc>
                <a:tc>
                  <a:txBody>
                    <a:bodyPr/>
                    <a:lstStyle/>
                    <a:p>
                      <a:pPr>
                        <a:buNone/>
                      </a:pPr>
                      <a:r>
                        <a:rPr lang="en-GB"/>
                        <a:t>High</a:t>
                      </a:r>
                    </a:p>
                  </a:txBody>
                  <a:tcPr anchor="ctr">
                    <a:lnL>
                      <a:noFill/>
                    </a:lnL>
                    <a:lnR>
                      <a:noFill/>
                    </a:lnR>
                    <a:lnT>
                      <a:noFill/>
                    </a:lnT>
                    <a:lnB>
                      <a:noFill/>
                    </a:lnB>
                    <a:noFill/>
                  </a:tcPr>
                </a:tc>
                <a:extLst>
                  <a:ext uri="{0D108BD9-81ED-4DB2-BD59-A6C34878D82A}">
                    <a16:rowId xmlns:a16="http://schemas.microsoft.com/office/drawing/2014/main" val="2090707977"/>
                  </a:ext>
                </a:extLst>
              </a:tr>
              <a:tr h="0">
                <a:tc>
                  <a:txBody>
                    <a:bodyPr/>
                    <a:lstStyle/>
                    <a:p>
                      <a:pPr>
                        <a:buNone/>
                      </a:pPr>
                      <a:r>
                        <a:rPr lang="en-GB"/>
                        <a:t>lifpg_ml</a:t>
                      </a:r>
                    </a:p>
                  </a:txBody>
                  <a:tcPr anchor="ctr">
                    <a:lnL>
                      <a:noFill/>
                    </a:lnL>
                    <a:lnR>
                      <a:noFill/>
                    </a:lnR>
                    <a:lnT>
                      <a:noFill/>
                    </a:lnT>
                    <a:lnB>
                      <a:noFill/>
                    </a:lnB>
                    <a:noFill/>
                  </a:tcPr>
                </a:tc>
                <a:tc>
                  <a:txBody>
                    <a:bodyPr/>
                    <a:lstStyle/>
                    <a:p>
                      <a:pPr>
                        <a:buNone/>
                      </a:pPr>
                      <a:r>
                        <a:rPr lang="en-GB"/>
                        <a:t>LIF biomarker (implantation)</a:t>
                      </a:r>
                    </a:p>
                  </a:txBody>
                  <a:tcPr anchor="ctr">
                    <a:lnL>
                      <a:noFill/>
                    </a:lnL>
                    <a:lnR>
                      <a:noFill/>
                    </a:lnR>
                    <a:lnT>
                      <a:noFill/>
                    </a:lnT>
                    <a:lnB>
                      <a:noFill/>
                    </a:lnB>
                    <a:noFill/>
                  </a:tcPr>
                </a:tc>
                <a:tc>
                  <a:txBody>
                    <a:bodyPr/>
                    <a:lstStyle/>
                    <a:p>
                      <a:pPr>
                        <a:buNone/>
                      </a:pPr>
                      <a:r>
                        <a:rPr lang="en-GB"/>
                        <a:t>Numeric</a:t>
                      </a:r>
                    </a:p>
                  </a:txBody>
                  <a:tcPr anchor="ctr">
                    <a:lnL>
                      <a:noFill/>
                    </a:lnL>
                    <a:lnR>
                      <a:noFill/>
                    </a:lnR>
                    <a:lnT>
                      <a:noFill/>
                    </a:lnT>
                    <a:lnB>
                      <a:noFill/>
                    </a:lnB>
                    <a:noFill/>
                  </a:tcPr>
                </a:tc>
                <a:tc>
                  <a:txBody>
                    <a:bodyPr/>
                    <a:lstStyle/>
                    <a:p>
                      <a:pPr>
                        <a:buNone/>
                      </a:pPr>
                      <a:r>
                        <a:rPr lang="en-GB"/>
                        <a:t>pg/mL</a:t>
                      </a:r>
                    </a:p>
                  </a:txBody>
                  <a:tcPr anchor="ctr">
                    <a:lnL>
                      <a:noFill/>
                    </a:lnL>
                    <a:lnR>
                      <a:noFill/>
                    </a:lnR>
                    <a:lnT>
                      <a:noFill/>
                    </a:lnT>
                    <a:lnB>
                      <a:noFill/>
                    </a:lnB>
                    <a:noFill/>
                  </a:tcPr>
                </a:tc>
                <a:tc>
                  <a:txBody>
                    <a:bodyPr/>
                    <a:lstStyle/>
                    <a:p>
                      <a:pPr>
                        <a:buNone/>
                      </a:pPr>
                      <a:r>
                        <a:rPr lang="en-GB"/>
                        <a:t>High</a:t>
                      </a:r>
                    </a:p>
                  </a:txBody>
                  <a:tcPr anchor="ctr">
                    <a:lnL>
                      <a:noFill/>
                    </a:lnL>
                    <a:lnR>
                      <a:noFill/>
                    </a:lnR>
                    <a:lnT>
                      <a:noFill/>
                    </a:lnT>
                    <a:lnB>
                      <a:noFill/>
                    </a:lnB>
                    <a:noFill/>
                  </a:tcPr>
                </a:tc>
                <a:extLst>
                  <a:ext uri="{0D108BD9-81ED-4DB2-BD59-A6C34878D82A}">
                    <a16:rowId xmlns:a16="http://schemas.microsoft.com/office/drawing/2014/main" val="3351000946"/>
                  </a:ext>
                </a:extLst>
              </a:tr>
              <a:tr h="0">
                <a:tc>
                  <a:txBody>
                    <a:bodyPr/>
                    <a:lstStyle/>
                    <a:p>
                      <a:pPr>
                        <a:buNone/>
                      </a:pPr>
                      <a:r>
                        <a:rPr lang="en-GB"/>
                        <a:t>group_label</a:t>
                      </a:r>
                    </a:p>
                  </a:txBody>
                  <a:tcPr anchor="ctr">
                    <a:lnL>
                      <a:noFill/>
                    </a:lnL>
                    <a:lnR>
                      <a:noFill/>
                    </a:lnR>
                    <a:lnT>
                      <a:noFill/>
                    </a:lnT>
                    <a:lnB>
                      <a:noFill/>
                    </a:lnB>
                    <a:noFill/>
                  </a:tcPr>
                </a:tc>
                <a:tc>
                  <a:txBody>
                    <a:bodyPr/>
                    <a:lstStyle/>
                    <a:p>
                      <a:pPr>
                        <a:buNone/>
                      </a:pPr>
                      <a:r>
                        <a:rPr lang="en-GB"/>
                        <a:t>Group name</a:t>
                      </a:r>
                    </a:p>
                  </a:txBody>
                  <a:tcPr anchor="ctr">
                    <a:lnL>
                      <a:noFill/>
                    </a:lnL>
                    <a:lnR>
                      <a:noFill/>
                    </a:lnR>
                    <a:lnT>
                      <a:noFill/>
                    </a:lnT>
                    <a:lnB>
                      <a:noFill/>
                    </a:lnB>
                    <a:noFill/>
                  </a:tcPr>
                </a:tc>
                <a:tc>
                  <a:txBody>
                    <a:bodyPr/>
                    <a:lstStyle/>
                    <a:p>
                      <a:pPr>
                        <a:buNone/>
                      </a:pPr>
                      <a:r>
                        <a:rPr lang="en-GB"/>
                        <a:t>Text</a:t>
                      </a:r>
                    </a:p>
                  </a:txBody>
                  <a:tcPr anchor="ctr">
                    <a:lnL>
                      <a:noFill/>
                    </a:lnL>
                    <a:lnR>
                      <a:noFill/>
                    </a:lnR>
                    <a:lnT>
                      <a:noFill/>
                    </a:lnT>
                    <a:lnB>
                      <a:noFill/>
                    </a:lnB>
                    <a:noFill/>
                  </a:tcPr>
                </a:tc>
                <a:tc>
                  <a:txBody>
                    <a:bodyPr/>
                    <a:lstStyle/>
                    <a:p>
                      <a:pPr>
                        <a:buNone/>
                      </a:pPr>
                      <a:r>
                        <a:rPr lang="en-GB"/>
                        <a:t>CHM / Non-CHM</a:t>
                      </a:r>
                    </a:p>
                  </a:txBody>
                  <a:tcPr anchor="ctr">
                    <a:lnL>
                      <a:noFill/>
                    </a:lnL>
                    <a:lnR>
                      <a:noFill/>
                    </a:lnR>
                    <a:lnT>
                      <a:noFill/>
                    </a:lnT>
                    <a:lnB>
                      <a:noFill/>
                    </a:lnB>
                    <a:noFill/>
                  </a:tcPr>
                </a:tc>
                <a:tc>
                  <a:txBody>
                    <a:bodyPr/>
                    <a:lstStyle/>
                    <a:p>
                      <a:pPr>
                        <a:buNone/>
                      </a:pPr>
                      <a:r>
                        <a:rPr lang="en-GB" dirty="0"/>
                        <a:t>High</a:t>
                      </a:r>
                    </a:p>
                  </a:txBody>
                  <a:tcPr anchor="ctr">
                    <a:lnL>
                      <a:noFill/>
                    </a:lnL>
                    <a:lnR>
                      <a:noFill/>
                    </a:lnR>
                    <a:lnT>
                      <a:noFill/>
                    </a:lnT>
                    <a:lnB>
                      <a:noFill/>
                    </a:lnB>
                    <a:noFill/>
                  </a:tcPr>
                </a:tc>
                <a:extLst>
                  <a:ext uri="{0D108BD9-81ED-4DB2-BD59-A6C34878D82A}">
                    <a16:rowId xmlns:a16="http://schemas.microsoft.com/office/drawing/2014/main" val="100612415"/>
                  </a:ext>
                </a:extLst>
              </a:tr>
            </a:tbl>
          </a:graphicData>
        </a:graphic>
      </p:graphicFrame>
      <p:sp>
        <p:nvSpPr>
          <p:cNvPr id="6" name="TextBox 5">
            <a:extLst>
              <a:ext uri="{FF2B5EF4-FFF2-40B4-BE49-F238E27FC236}">
                <a16:creationId xmlns:a16="http://schemas.microsoft.com/office/drawing/2014/main" id="{9371FD04-D906-7779-D1B1-9B1DAD0C48A7}"/>
              </a:ext>
            </a:extLst>
          </p:cNvPr>
          <p:cNvSpPr txBox="1"/>
          <p:nvPr/>
        </p:nvSpPr>
        <p:spPr>
          <a:xfrm>
            <a:off x="228600" y="653310"/>
            <a:ext cx="6096000" cy="307777"/>
          </a:xfrm>
          <a:prstGeom prst="rect">
            <a:avLst/>
          </a:prstGeom>
          <a:noFill/>
        </p:spPr>
        <p:txBody>
          <a:bodyPr wrap="square">
            <a:spAutoFit/>
          </a:bodyPr>
          <a:lstStyle/>
          <a:p>
            <a:r>
              <a:rPr lang="en-GB" b="1" dirty="0"/>
              <a:t>Dataset-5</a:t>
            </a:r>
          </a:p>
        </p:txBody>
      </p:sp>
      <p:sp>
        <p:nvSpPr>
          <p:cNvPr id="8" name="TextBox 7">
            <a:extLst>
              <a:ext uri="{FF2B5EF4-FFF2-40B4-BE49-F238E27FC236}">
                <a16:creationId xmlns:a16="http://schemas.microsoft.com/office/drawing/2014/main" id="{60120917-32A8-2567-6FA4-389B2ED00147}"/>
              </a:ext>
            </a:extLst>
          </p:cNvPr>
          <p:cNvSpPr txBox="1"/>
          <p:nvPr/>
        </p:nvSpPr>
        <p:spPr>
          <a:xfrm>
            <a:off x="361491" y="3648723"/>
            <a:ext cx="6096000" cy="307777"/>
          </a:xfrm>
          <a:prstGeom prst="rect">
            <a:avLst/>
          </a:prstGeom>
          <a:noFill/>
        </p:spPr>
        <p:txBody>
          <a:bodyPr wrap="square">
            <a:spAutoFit/>
          </a:bodyPr>
          <a:lstStyle/>
          <a:p>
            <a:r>
              <a:rPr lang="en-GB" b="1" dirty="0"/>
              <a:t>Dataset-6</a:t>
            </a:r>
          </a:p>
        </p:txBody>
      </p:sp>
    </p:spTree>
    <p:extLst>
      <p:ext uri="{BB962C8B-B14F-4D97-AF65-F5344CB8AC3E}">
        <p14:creationId xmlns:p14="http://schemas.microsoft.com/office/powerpoint/2010/main" val="4294381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0DF33B7-4A3F-9D30-CD28-DD1707F857AE}"/>
            </a:ext>
          </a:extLst>
        </p:cNvPr>
        <p:cNvGrpSpPr/>
        <p:nvPr/>
      </p:nvGrpSpPr>
      <p:grpSpPr>
        <a:xfrm>
          <a:off x="0" y="0"/>
          <a:ext cx="0" cy="0"/>
          <a:chOff x="0" y="0"/>
          <a:chExt cx="0" cy="0"/>
        </a:xfrm>
      </p:grpSpPr>
      <p:sp>
        <p:nvSpPr>
          <p:cNvPr id="112" name="Google Shape;112;p25">
            <a:extLst>
              <a:ext uri="{FF2B5EF4-FFF2-40B4-BE49-F238E27FC236}">
                <a16:creationId xmlns:a16="http://schemas.microsoft.com/office/drawing/2014/main" id="{5F8750C3-C5E0-005F-0B3C-1C019522F6E0}"/>
              </a:ext>
            </a:extLst>
          </p:cNvPr>
          <p:cNvSpPr txBox="1">
            <a:spLocks noGrp="1"/>
          </p:cNvSpPr>
          <p:nvPr>
            <p:ph type="title"/>
          </p:nvPr>
        </p:nvSpPr>
        <p:spPr>
          <a:xfrm>
            <a:off x="248194" y="147682"/>
            <a:ext cx="9247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Exploratory Data Analysis [EDA]</a:t>
            </a:r>
            <a:endParaRPr sz="3200" dirty="0">
              <a:latin typeface="Times New Roman"/>
              <a:ea typeface="Times New Roman"/>
              <a:cs typeface="Times New Roman"/>
              <a:sym typeface="Times New Roman"/>
            </a:endParaRPr>
          </a:p>
        </p:txBody>
      </p:sp>
      <p:sp>
        <p:nvSpPr>
          <p:cNvPr id="113" name="Google Shape;113;p25">
            <a:extLst>
              <a:ext uri="{FF2B5EF4-FFF2-40B4-BE49-F238E27FC236}">
                <a16:creationId xmlns:a16="http://schemas.microsoft.com/office/drawing/2014/main" id="{2D8A091E-58A2-C118-4EA2-7CEEC2B61994}"/>
              </a:ext>
            </a:extLst>
          </p:cNvPr>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114" name="Google Shape;114;p25">
            <a:extLst>
              <a:ext uri="{FF2B5EF4-FFF2-40B4-BE49-F238E27FC236}">
                <a16:creationId xmlns:a16="http://schemas.microsoft.com/office/drawing/2014/main" id="{EC861264-D514-881D-6C42-883C6D7CBEFE}"/>
              </a:ext>
            </a:extLst>
          </p:cNvPr>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5" name="Google Shape;115;p25">
            <a:extLst>
              <a:ext uri="{FF2B5EF4-FFF2-40B4-BE49-F238E27FC236}">
                <a16:creationId xmlns:a16="http://schemas.microsoft.com/office/drawing/2014/main" id="{EBE7196D-09E4-3E24-731F-4362774AC617}"/>
              </a:ext>
            </a:extLst>
          </p:cNvPr>
          <p:cNvSpPr txBox="1"/>
          <p:nvPr/>
        </p:nvSpPr>
        <p:spPr>
          <a:xfrm>
            <a:off x="6459792" y="1874274"/>
            <a:ext cx="4665990" cy="2400627"/>
          </a:xfrm>
          <a:prstGeom prst="rect">
            <a:avLst/>
          </a:prstGeom>
          <a:noFill/>
          <a:ln>
            <a:noFill/>
          </a:ln>
        </p:spPr>
        <p:txBody>
          <a:bodyPr spcFirstLastPara="1" wrap="square" lIns="91425" tIns="91425" rIns="91425" bIns="91425" anchor="t" anchorCtr="0">
            <a:spAutoFit/>
          </a:bodyPr>
          <a:lstStyle/>
          <a:p>
            <a:pPr lvl="0">
              <a:buClr>
                <a:srgbClr val="000000"/>
              </a:buClr>
              <a:buSzPts val="1400"/>
            </a:pPr>
            <a:r>
              <a:rPr lang="en-GB" dirty="0"/>
              <a:t>• Age-based risk stratification helps improve treatment planning</a:t>
            </a:r>
            <a:br>
              <a:rPr lang="en-GB" dirty="0"/>
            </a:br>
            <a:r>
              <a:rPr lang="en-GB" dirty="0"/>
              <a:t>• Early AMH assessment enables better ovarian response prediction</a:t>
            </a:r>
            <a:br>
              <a:rPr lang="en-GB" dirty="0"/>
            </a:br>
            <a:r>
              <a:rPr lang="en-GB" dirty="0"/>
              <a:t>• BHCG trend analysis provides faster outcome clarity</a:t>
            </a:r>
            <a:br>
              <a:rPr lang="en-GB" dirty="0"/>
            </a:br>
            <a:r>
              <a:rPr lang="en-GB" dirty="0"/>
              <a:t>• Optimizing endometrial thickness improves embryo transfer success</a:t>
            </a:r>
            <a:endParaRPr b="0" i="0" u="none" strike="noStrike" cap="none" dirty="0">
              <a:solidFill>
                <a:srgbClr val="000000"/>
              </a:solidFill>
              <a:latin typeface="Calibri"/>
              <a:ea typeface="Calibri"/>
              <a:cs typeface="Calibri"/>
              <a:sym typeface="Calibri"/>
            </a:endParaRPr>
          </a:p>
        </p:txBody>
      </p:sp>
      <p:sp>
        <p:nvSpPr>
          <p:cNvPr id="116" name="Google Shape;116;p25">
            <a:extLst>
              <a:ext uri="{FF2B5EF4-FFF2-40B4-BE49-F238E27FC236}">
                <a16:creationId xmlns:a16="http://schemas.microsoft.com/office/drawing/2014/main" id="{9BD2330F-3275-A7DC-957F-2EDA1536E024}"/>
              </a:ext>
            </a:extLst>
          </p:cNvPr>
          <p:cNvSpPr txBox="1"/>
          <p:nvPr/>
        </p:nvSpPr>
        <p:spPr>
          <a:xfrm>
            <a:off x="4686300" y="4057650"/>
            <a:ext cx="754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7" name="Google Shape;117;p25">
            <a:extLst>
              <a:ext uri="{FF2B5EF4-FFF2-40B4-BE49-F238E27FC236}">
                <a16:creationId xmlns:a16="http://schemas.microsoft.com/office/drawing/2014/main" id="{7BC0FCB8-2934-3E38-0399-5D0250509BC7}"/>
              </a:ext>
            </a:extLst>
          </p:cNvPr>
          <p:cNvSpPr txBox="1"/>
          <p:nvPr/>
        </p:nvSpPr>
        <p:spPr>
          <a:xfrm>
            <a:off x="191575" y="4750800"/>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18" name="Google Shape;118;p25" descr="360DigiTMG Reviews - 52 Reviews of 360digitmg.com | Sitejabber">
            <a:extLst>
              <a:ext uri="{FF2B5EF4-FFF2-40B4-BE49-F238E27FC236}">
                <a16:creationId xmlns:a16="http://schemas.microsoft.com/office/drawing/2014/main" id="{B55A1711-07EB-6318-A58B-05A89CB402C5}"/>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119" name="Google Shape;119;p25">
            <a:extLst>
              <a:ext uri="{FF2B5EF4-FFF2-40B4-BE49-F238E27FC236}">
                <a16:creationId xmlns:a16="http://schemas.microsoft.com/office/drawing/2014/main" id="{0A5E4B8D-8F9D-D0EC-06AF-5FEA7BA31C7E}"/>
              </a:ext>
            </a:extLst>
          </p:cNvPr>
          <p:cNvSpPr/>
          <p:nvPr/>
        </p:nvSpPr>
        <p:spPr>
          <a:xfrm>
            <a:off x="559838"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0" name="Google Shape;120;p25">
            <a:extLst>
              <a:ext uri="{FF2B5EF4-FFF2-40B4-BE49-F238E27FC236}">
                <a16:creationId xmlns:a16="http://schemas.microsoft.com/office/drawing/2014/main" id="{CD6943D8-0822-3162-9C2E-D4BA99C114EA}"/>
              </a:ext>
            </a:extLst>
          </p:cNvPr>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 name="Google Shape;121;p25">
            <a:extLst>
              <a:ext uri="{FF2B5EF4-FFF2-40B4-BE49-F238E27FC236}">
                <a16:creationId xmlns:a16="http://schemas.microsoft.com/office/drawing/2014/main" id="{AB1BCD8E-DD40-8DB4-7D8E-6139B95094B3}"/>
              </a:ext>
            </a:extLst>
          </p:cNvPr>
          <p:cNvSpPr txBox="1"/>
          <p:nvPr/>
        </p:nvSpPr>
        <p:spPr>
          <a:xfrm>
            <a:off x="559838" y="1181100"/>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Statistical Insights</a:t>
            </a:r>
            <a:endParaRPr sz="1400" b="1" i="0" u="sng" strike="noStrike" cap="none">
              <a:solidFill>
                <a:srgbClr val="000000"/>
              </a:solidFill>
              <a:latin typeface="Arial"/>
              <a:ea typeface="Arial"/>
              <a:cs typeface="Arial"/>
              <a:sym typeface="Arial"/>
            </a:endParaRPr>
          </a:p>
        </p:txBody>
      </p:sp>
      <p:sp>
        <p:nvSpPr>
          <p:cNvPr id="122" name="Google Shape;122;p25">
            <a:extLst>
              <a:ext uri="{FF2B5EF4-FFF2-40B4-BE49-F238E27FC236}">
                <a16:creationId xmlns:a16="http://schemas.microsoft.com/office/drawing/2014/main" id="{BED60DBF-1EF4-260C-47DB-9C88389740EE}"/>
              </a:ext>
            </a:extLst>
          </p:cNvPr>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Business Insights</a:t>
            </a:r>
            <a:endParaRPr sz="1400" b="1" i="0" u="sng" strike="noStrike" cap="none" dirty="0">
              <a:solidFill>
                <a:srgbClr val="000000"/>
              </a:solidFill>
              <a:latin typeface="Arial"/>
              <a:ea typeface="Arial"/>
              <a:cs typeface="Arial"/>
              <a:sym typeface="Arial"/>
            </a:endParaRPr>
          </a:p>
        </p:txBody>
      </p:sp>
      <p:sp>
        <p:nvSpPr>
          <p:cNvPr id="17" name="TextBox 16">
            <a:extLst>
              <a:ext uri="{FF2B5EF4-FFF2-40B4-BE49-F238E27FC236}">
                <a16:creationId xmlns:a16="http://schemas.microsoft.com/office/drawing/2014/main" id="{0051100E-2114-FA93-0FAD-C776127606AC}"/>
              </a:ext>
            </a:extLst>
          </p:cNvPr>
          <p:cNvSpPr txBox="1"/>
          <p:nvPr/>
        </p:nvSpPr>
        <p:spPr>
          <a:xfrm>
            <a:off x="6609347" y="1796700"/>
            <a:ext cx="4665990" cy="369332"/>
          </a:xfrm>
          <a:prstGeom prst="rect">
            <a:avLst/>
          </a:prstGeom>
          <a:noFill/>
        </p:spPr>
        <p:txBody>
          <a:bodyPr wrap="square" rtlCol="0">
            <a:spAutoFit/>
          </a:bodyPr>
          <a:lstStyle/>
          <a:p>
            <a:pPr marL="285750" indent="-285750">
              <a:buFont typeface="Arial" panose="020B0604020202020204" pitchFamily="34" charset="0"/>
              <a:buChar char="•"/>
            </a:pPr>
            <a:endParaRPr lang="en-GB" dirty="0"/>
          </a:p>
        </p:txBody>
      </p:sp>
      <p:sp>
        <p:nvSpPr>
          <p:cNvPr id="10" name="TextBox 9">
            <a:extLst>
              <a:ext uri="{FF2B5EF4-FFF2-40B4-BE49-F238E27FC236}">
                <a16:creationId xmlns:a16="http://schemas.microsoft.com/office/drawing/2014/main" id="{8D75AB6A-351C-8DD5-70E8-23BA4BD03BA2}"/>
              </a:ext>
            </a:extLst>
          </p:cNvPr>
          <p:cNvSpPr txBox="1"/>
          <p:nvPr/>
        </p:nvSpPr>
        <p:spPr>
          <a:xfrm>
            <a:off x="796413" y="1893798"/>
            <a:ext cx="4924386" cy="2308324"/>
          </a:xfrm>
          <a:prstGeom prst="rect">
            <a:avLst/>
          </a:prstGeom>
          <a:noFill/>
        </p:spPr>
        <p:txBody>
          <a:bodyPr wrap="square">
            <a:spAutoFit/>
          </a:bodyPr>
          <a:lstStyle/>
          <a:p>
            <a:r>
              <a:rPr lang="en-US" dirty="0"/>
              <a:t>• IVF success decreases with increasing maternal age</a:t>
            </a:r>
            <a:br>
              <a:rPr lang="en-US" dirty="0"/>
            </a:br>
            <a:r>
              <a:rPr lang="en-US" dirty="0"/>
              <a:t>• Higher AMH is associated with higher oocyte retrieval</a:t>
            </a:r>
            <a:br>
              <a:rPr lang="en-US" dirty="0"/>
            </a:br>
            <a:r>
              <a:rPr lang="en-US" dirty="0"/>
              <a:t>• Rising BHCG levels (Day 12–14) strongly predict pregnancy</a:t>
            </a:r>
            <a:br>
              <a:rPr lang="en-US" dirty="0"/>
            </a:br>
            <a:r>
              <a:rPr lang="en-US" dirty="0"/>
              <a:t>• Optimal endometrial thickness improves implantation</a:t>
            </a:r>
            <a:endParaRPr lang="en-GB" dirty="0"/>
          </a:p>
        </p:txBody>
      </p:sp>
      <p:sp>
        <p:nvSpPr>
          <p:cNvPr id="12" name="TextBox 11">
            <a:extLst>
              <a:ext uri="{FF2B5EF4-FFF2-40B4-BE49-F238E27FC236}">
                <a16:creationId xmlns:a16="http://schemas.microsoft.com/office/drawing/2014/main" id="{E77AAA13-7C57-B6EF-CA62-F5A7B752615D}"/>
              </a:ext>
            </a:extLst>
          </p:cNvPr>
          <p:cNvSpPr txBox="1"/>
          <p:nvPr/>
        </p:nvSpPr>
        <p:spPr>
          <a:xfrm>
            <a:off x="493683" y="760756"/>
            <a:ext cx="6115664" cy="369332"/>
          </a:xfrm>
          <a:prstGeom prst="rect">
            <a:avLst/>
          </a:prstGeom>
          <a:noFill/>
        </p:spPr>
        <p:txBody>
          <a:bodyPr wrap="square">
            <a:spAutoFit/>
          </a:bodyPr>
          <a:lstStyle/>
          <a:p>
            <a:r>
              <a:rPr lang="en-GB" dirty="0"/>
              <a:t>Table 1: Clinical &amp; Hormonal Data</a:t>
            </a:r>
          </a:p>
        </p:txBody>
      </p:sp>
    </p:spTree>
    <p:extLst>
      <p:ext uri="{BB962C8B-B14F-4D97-AF65-F5344CB8AC3E}">
        <p14:creationId xmlns:p14="http://schemas.microsoft.com/office/powerpoint/2010/main" val="4012914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3F0331C-24F6-9F67-3648-B6A246DF1087}"/>
            </a:ext>
          </a:extLst>
        </p:cNvPr>
        <p:cNvGrpSpPr/>
        <p:nvPr/>
      </p:nvGrpSpPr>
      <p:grpSpPr>
        <a:xfrm>
          <a:off x="0" y="0"/>
          <a:ext cx="0" cy="0"/>
          <a:chOff x="0" y="0"/>
          <a:chExt cx="0" cy="0"/>
        </a:xfrm>
      </p:grpSpPr>
      <p:sp>
        <p:nvSpPr>
          <p:cNvPr id="112" name="Google Shape;112;p25">
            <a:extLst>
              <a:ext uri="{FF2B5EF4-FFF2-40B4-BE49-F238E27FC236}">
                <a16:creationId xmlns:a16="http://schemas.microsoft.com/office/drawing/2014/main" id="{8F0B285E-2F9E-3B60-525C-155B8692F99B}"/>
              </a:ext>
            </a:extLst>
          </p:cNvPr>
          <p:cNvSpPr txBox="1">
            <a:spLocks noGrp="1"/>
          </p:cNvSpPr>
          <p:nvPr>
            <p:ph type="title"/>
          </p:nvPr>
        </p:nvSpPr>
        <p:spPr>
          <a:xfrm>
            <a:off x="248194" y="147682"/>
            <a:ext cx="9247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Exploratory Data Analysis [EDA]</a:t>
            </a:r>
            <a:endParaRPr sz="3200" dirty="0">
              <a:latin typeface="Times New Roman"/>
              <a:ea typeface="Times New Roman"/>
              <a:cs typeface="Times New Roman"/>
              <a:sym typeface="Times New Roman"/>
            </a:endParaRPr>
          </a:p>
        </p:txBody>
      </p:sp>
      <p:sp>
        <p:nvSpPr>
          <p:cNvPr id="113" name="Google Shape;113;p25">
            <a:extLst>
              <a:ext uri="{FF2B5EF4-FFF2-40B4-BE49-F238E27FC236}">
                <a16:creationId xmlns:a16="http://schemas.microsoft.com/office/drawing/2014/main" id="{532CD83A-1D08-2463-35E3-874BC1D77B7E}"/>
              </a:ext>
            </a:extLst>
          </p:cNvPr>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114" name="Google Shape;114;p25">
            <a:extLst>
              <a:ext uri="{FF2B5EF4-FFF2-40B4-BE49-F238E27FC236}">
                <a16:creationId xmlns:a16="http://schemas.microsoft.com/office/drawing/2014/main" id="{5047F2D0-EB56-BD62-FB66-E5160C697719}"/>
              </a:ext>
            </a:extLst>
          </p:cNvPr>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5" name="Google Shape;115;p25">
            <a:extLst>
              <a:ext uri="{FF2B5EF4-FFF2-40B4-BE49-F238E27FC236}">
                <a16:creationId xmlns:a16="http://schemas.microsoft.com/office/drawing/2014/main" id="{A977A933-8AA5-40F8-878B-59914EF1473C}"/>
              </a:ext>
            </a:extLst>
          </p:cNvPr>
          <p:cNvSpPr txBox="1"/>
          <p:nvPr/>
        </p:nvSpPr>
        <p:spPr>
          <a:xfrm>
            <a:off x="3238500" y="2076450"/>
            <a:ext cx="8991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 name="Google Shape;116;p25">
            <a:extLst>
              <a:ext uri="{FF2B5EF4-FFF2-40B4-BE49-F238E27FC236}">
                <a16:creationId xmlns:a16="http://schemas.microsoft.com/office/drawing/2014/main" id="{494A7BFB-C54F-F082-2606-B7C0E2B284B0}"/>
              </a:ext>
            </a:extLst>
          </p:cNvPr>
          <p:cNvSpPr txBox="1"/>
          <p:nvPr/>
        </p:nvSpPr>
        <p:spPr>
          <a:xfrm>
            <a:off x="4686300" y="4057650"/>
            <a:ext cx="754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7" name="Google Shape;117;p25">
            <a:extLst>
              <a:ext uri="{FF2B5EF4-FFF2-40B4-BE49-F238E27FC236}">
                <a16:creationId xmlns:a16="http://schemas.microsoft.com/office/drawing/2014/main" id="{07F14866-B74C-4764-65FA-67677C7B5EFB}"/>
              </a:ext>
            </a:extLst>
          </p:cNvPr>
          <p:cNvSpPr txBox="1"/>
          <p:nvPr/>
        </p:nvSpPr>
        <p:spPr>
          <a:xfrm>
            <a:off x="191575" y="4750800"/>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18" name="Google Shape;118;p25" descr="360DigiTMG Reviews - 52 Reviews of 360digitmg.com | Sitejabber">
            <a:extLst>
              <a:ext uri="{FF2B5EF4-FFF2-40B4-BE49-F238E27FC236}">
                <a16:creationId xmlns:a16="http://schemas.microsoft.com/office/drawing/2014/main" id="{0872152C-C087-BAB7-8F63-A7E54C8AA14B}"/>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119" name="Google Shape;119;p25">
            <a:extLst>
              <a:ext uri="{FF2B5EF4-FFF2-40B4-BE49-F238E27FC236}">
                <a16:creationId xmlns:a16="http://schemas.microsoft.com/office/drawing/2014/main" id="{40C9CED1-59CB-FD47-4755-EE9F3B6E5F54}"/>
              </a:ext>
            </a:extLst>
          </p:cNvPr>
          <p:cNvSpPr/>
          <p:nvPr/>
        </p:nvSpPr>
        <p:spPr>
          <a:xfrm>
            <a:off x="559838"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0" name="Google Shape;120;p25">
            <a:extLst>
              <a:ext uri="{FF2B5EF4-FFF2-40B4-BE49-F238E27FC236}">
                <a16:creationId xmlns:a16="http://schemas.microsoft.com/office/drawing/2014/main" id="{5C172E18-B8D2-3C0D-7F74-F7C2D4D801C2}"/>
              </a:ext>
            </a:extLst>
          </p:cNvPr>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 name="Google Shape;121;p25">
            <a:extLst>
              <a:ext uri="{FF2B5EF4-FFF2-40B4-BE49-F238E27FC236}">
                <a16:creationId xmlns:a16="http://schemas.microsoft.com/office/drawing/2014/main" id="{79DE7CFC-A16C-FEA4-7440-AF7EB90A37AF}"/>
              </a:ext>
            </a:extLst>
          </p:cNvPr>
          <p:cNvSpPr txBox="1"/>
          <p:nvPr/>
        </p:nvSpPr>
        <p:spPr>
          <a:xfrm>
            <a:off x="559838" y="1181100"/>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Statistical Insights</a:t>
            </a:r>
            <a:endParaRPr sz="1400" b="1" i="0" u="sng" strike="noStrike" cap="none">
              <a:solidFill>
                <a:srgbClr val="000000"/>
              </a:solidFill>
              <a:latin typeface="Arial"/>
              <a:ea typeface="Arial"/>
              <a:cs typeface="Arial"/>
              <a:sym typeface="Arial"/>
            </a:endParaRPr>
          </a:p>
        </p:txBody>
      </p:sp>
      <p:sp>
        <p:nvSpPr>
          <p:cNvPr id="122" name="Google Shape;122;p25">
            <a:extLst>
              <a:ext uri="{FF2B5EF4-FFF2-40B4-BE49-F238E27FC236}">
                <a16:creationId xmlns:a16="http://schemas.microsoft.com/office/drawing/2014/main" id="{79CBBB3A-2015-138B-EED7-B3239BBEB4D0}"/>
              </a:ext>
            </a:extLst>
          </p:cNvPr>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Business Insights</a:t>
            </a:r>
            <a:endParaRPr sz="1400" b="1" i="0" u="sng" strike="noStrike" cap="none" dirty="0">
              <a:solidFill>
                <a:srgbClr val="000000"/>
              </a:solidFill>
              <a:latin typeface="Arial"/>
              <a:ea typeface="Arial"/>
              <a:cs typeface="Arial"/>
              <a:sym typeface="Arial"/>
            </a:endParaRPr>
          </a:p>
        </p:txBody>
      </p:sp>
      <p:sp>
        <p:nvSpPr>
          <p:cNvPr id="17" name="TextBox 16">
            <a:extLst>
              <a:ext uri="{FF2B5EF4-FFF2-40B4-BE49-F238E27FC236}">
                <a16:creationId xmlns:a16="http://schemas.microsoft.com/office/drawing/2014/main" id="{4707DA5D-3889-28FE-9D62-9E4CDD7E9FDF}"/>
              </a:ext>
            </a:extLst>
          </p:cNvPr>
          <p:cNvSpPr txBox="1"/>
          <p:nvPr/>
        </p:nvSpPr>
        <p:spPr>
          <a:xfrm>
            <a:off x="6609347" y="1796700"/>
            <a:ext cx="4665990" cy="369332"/>
          </a:xfrm>
          <a:prstGeom prst="rect">
            <a:avLst/>
          </a:prstGeom>
          <a:noFill/>
        </p:spPr>
        <p:txBody>
          <a:bodyPr wrap="square" rtlCol="0">
            <a:spAutoFit/>
          </a:bodyPr>
          <a:lstStyle/>
          <a:p>
            <a:pPr marL="285750" indent="-285750">
              <a:buFont typeface="Arial" panose="020B0604020202020204" pitchFamily="34" charset="0"/>
              <a:buChar char="•"/>
            </a:pPr>
            <a:endParaRPr lang="en-GB" dirty="0"/>
          </a:p>
        </p:txBody>
      </p:sp>
      <p:sp>
        <p:nvSpPr>
          <p:cNvPr id="3" name="TextBox 2">
            <a:extLst>
              <a:ext uri="{FF2B5EF4-FFF2-40B4-BE49-F238E27FC236}">
                <a16:creationId xmlns:a16="http://schemas.microsoft.com/office/drawing/2014/main" id="{504896BA-92EF-F337-F2BD-EE2A24973EF7}"/>
              </a:ext>
            </a:extLst>
          </p:cNvPr>
          <p:cNvSpPr txBox="1"/>
          <p:nvPr/>
        </p:nvSpPr>
        <p:spPr>
          <a:xfrm>
            <a:off x="1081474" y="1811828"/>
            <a:ext cx="4188542" cy="2031325"/>
          </a:xfrm>
          <a:prstGeom prst="rect">
            <a:avLst/>
          </a:prstGeom>
          <a:noFill/>
        </p:spPr>
        <p:txBody>
          <a:bodyPr wrap="square">
            <a:spAutoFit/>
          </a:bodyPr>
          <a:lstStyle/>
          <a:p>
            <a:r>
              <a:rPr lang="en-GB" dirty="0"/>
              <a:t>• Significant drop observed from retrieved oocytes to embryos</a:t>
            </a:r>
            <a:br>
              <a:rPr lang="en-GB" dirty="0"/>
            </a:br>
            <a:r>
              <a:rPr lang="en-GB" dirty="0"/>
              <a:t>• Fertilization and blast formation vary by stimulation protocol</a:t>
            </a:r>
            <a:br>
              <a:rPr lang="en-GB" dirty="0"/>
            </a:br>
            <a:r>
              <a:rPr lang="en-GB" dirty="0"/>
              <a:t>• Higher M2 oocyte count improves embryo formation</a:t>
            </a:r>
            <a:br>
              <a:rPr lang="en-GB" dirty="0"/>
            </a:br>
            <a:r>
              <a:rPr lang="en-GB" dirty="0"/>
              <a:t>• Not all IVF cycles reach blast stage</a:t>
            </a:r>
          </a:p>
        </p:txBody>
      </p:sp>
      <p:sp>
        <p:nvSpPr>
          <p:cNvPr id="5" name="TextBox 4">
            <a:extLst>
              <a:ext uri="{FF2B5EF4-FFF2-40B4-BE49-F238E27FC236}">
                <a16:creationId xmlns:a16="http://schemas.microsoft.com/office/drawing/2014/main" id="{D0FA4361-21CD-29ED-E0E1-BA6E8DCA7179}"/>
              </a:ext>
            </a:extLst>
          </p:cNvPr>
          <p:cNvSpPr txBox="1"/>
          <p:nvPr/>
        </p:nvSpPr>
        <p:spPr>
          <a:xfrm>
            <a:off x="6506812" y="1697295"/>
            <a:ext cx="4465988" cy="2031325"/>
          </a:xfrm>
          <a:prstGeom prst="rect">
            <a:avLst/>
          </a:prstGeom>
          <a:noFill/>
        </p:spPr>
        <p:txBody>
          <a:bodyPr wrap="square">
            <a:spAutoFit/>
          </a:bodyPr>
          <a:lstStyle/>
          <a:p>
            <a:pPr>
              <a:buNone/>
            </a:pPr>
            <a:r>
              <a:rPr lang="en-GB" dirty="0"/>
              <a:t>• Identifies inefficiencies in IVF lab workflow</a:t>
            </a:r>
            <a:br>
              <a:rPr lang="en-GB" dirty="0"/>
            </a:br>
            <a:r>
              <a:rPr lang="en-GB" dirty="0"/>
              <a:t>• Helps optimize stimulation and fertilization protocols</a:t>
            </a:r>
            <a:br>
              <a:rPr lang="en-GB" dirty="0"/>
            </a:br>
            <a:r>
              <a:rPr lang="en-GB" dirty="0"/>
              <a:t>• Focus on oocyte maturity improves lab success rates</a:t>
            </a:r>
            <a:br>
              <a:rPr lang="en-GB" dirty="0"/>
            </a:br>
            <a:r>
              <a:rPr lang="en-GB" dirty="0"/>
              <a:t>• Early cycle screening reduces wasted lab effort and cost</a:t>
            </a:r>
          </a:p>
        </p:txBody>
      </p:sp>
      <p:sp>
        <p:nvSpPr>
          <p:cNvPr id="7" name="TextBox 6">
            <a:extLst>
              <a:ext uri="{FF2B5EF4-FFF2-40B4-BE49-F238E27FC236}">
                <a16:creationId xmlns:a16="http://schemas.microsoft.com/office/drawing/2014/main" id="{5D3A2649-8A47-1C77-0023-71E1D46CD31C}"/>
              </a:ext>
            </a:extLst>
          </p:cNvPr>
          <p:cNvSpPr txBox="1"/>
          <p:nvPr/>
        </p:nvSpPr>
        <p:spPr>
          <a:xfrm>
            <a:off x="493683" y="808729"/>
            <a:ext cx="6115664" cy="369332"/>
          </a:xfrm>
          <a:prstGeom prst="rect">
            <a:avLst/>
          </a:prstGeom>
          <a:noFill/>
        </p:spPr>
        <p:txBody>
          <a:bodyPr wrap="square">
            <a:spAutoFit/>
          </a:bodyPr>
          <a:lstStyle/>
          <a:p>
            <a:r>
              <a:rPr lang="en-GB" dirty="0"/>
              <a:t>Table 2: IVF Cycle &amp; Lab Performance</a:t>
            </a:r>
          </a:p>
        </p:txBody>
      </p:sp>
    </p:spTree>
    <p:extLst>
      <p:ext uri="{BB962C8B-B14F-4D97-AF65-F5344CB8AC3E}">
        <p14:creationId xmlns:p14="http://schemas.microsoft.com/office/powerpoint/2010/main" val="6599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85E1E122-F8DF-65C9-B915-D1A02C388116}"/>
            </a:ext>
          </a:extLst>
        </p:cNvPr>
        <p:cNvGrpSpPr/>
        <p:nvPr/>
      </p:nvGrpSpPr>
      <p:grpSpPr>
        <a:xfrm>
          <a:off x="0" y="0"/>
          <a:ext cx="0" cy="0"/>
          <a:chOff x="0" y="0"/>
          <a:chExt cx="0" cy="0"/>
        </a:xfrm>
      </p:grpSpPr>
      <p:sp>
        <p:nvSpPr>
          <p:cNvPr id="112" name="Google Shape;112;p25">
            <a:extLst>
              <a:ext uri="{FF2B5EF4-FFF2-40B4-BE49-F238E27FC236}">
                <a16:creationId xmlns:a16="http://schemas.microsoft.com/office/drawing/2014/main" id="{41EBD683-9F61-335F-CD19-3F3C57FCBE10}"/>
              </a:ext>
            </a:extLst>
          </p:cNvPr>
          <p:cNvSpPr txBox="1">
            <a:spLocks noGrp="1"/>
          </p:cNvSpPr>
          <p:nvPr>
            <p:ph type="title"/>
          </p:nvPr>
        </p:nvSpPr>
        <p:spPr>
          <a:xfrm>
            <a:off x="248194" y="147682"/>
            <a:ext cx="9247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Exploratory Data Analysis [EDA]</a:t>
            </a:r>
            <a:endParaRPr sz="3200" dirty="0">
              <a:latin typeface="Times New Roman"/>
              <a:ea typeface="Times New Roman"/>
              <a:cs typeface="Times New Roman"/>
              <a:sym typeface="Times New Roman"/>
            </a:endParaRPr>
          </a:p>
        </p:txBody>
      </p:sp>
      <p:sp>
        <p:nvSpPr>
          <p:cNvPr id="113" name="Google Shape;113;p25">
            <a:extLst>
              <a:ext uri="{FF2B5EF4-FFF2-40B4-BE49-F238E27FC236}">
                <a16:creationId xmlns:a16="http://schemas.microsoft.com/office/drawing/2014/main" id="{76459AFF-3555-5188-2037-352FCF0D5944}"/>
              </a:ext>
            </a:extLst>
          </p:cNvPr>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114" name="Google Shape;114;p25">
            <a:extLst>
              <a:ext uri="{FF2B5EF4-FFF2-40B4-BE49-F238E27FC236}">
                <a16:creationId xmlns:a16="http://schemas.microsoft.com/office/drawing/2014/main" id="{B2506D6E-8FA2-3A4E-2520-28679D4261E9}"/>
              </a:ext>
            </a:extLst>
          </p:cNvPr>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5" name="Google Shape;115;p25">
            <a:extLst>
              <a:ext uri="{FF2B5EF4-FFF2-40B4-BE49-F238E27FC236}">
                <a16:creationId xmlns:a16="http://schemas.microsoft.com/office/drawing/2014/main" id="{85D74193-88CF-FFB2-A138-606BE5053873}"/>
              </a:ext>
            </a:extLst>
          </p:cNvPr>
          <p:cNvSpPr txBox="1"/>
          <p:nvPr/>
        </p:nvSpPr>
        <p:spPr>
          <a:xfrm>
            <a:off x="3238500" y="2076450"/>
            <a:ext cx="8991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 name="Google Shape;116;p25">
            <a:extLst>
              <a:ext uri="{FF2B5EF4-FFF2-40B4-BE49-F238E27FC236}">
                <a16:creationId xmlns:a16="http://schemas.microsoft.com/office/drawing/2014/main" id="{75CF25D5-B2F8-FD5C-4F76-88F2D38B8474}"/>
              </a:ext>
            </a:extLst>
          </p:cNvPr>
          <p:cNvSpPr txBox="1"/>
          <p:nvPr/>
        </p:nvSpPr>
        <p:spPr>
          <a:xfrm>
            <a:off x="4686300" y="4057650"/>
            <a:ext cx="754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7" name="Google Shape;117;p25">
            <a:extLst>
              <a:ext uri="{FF2B5EF4-FFF2-40B4-BE49-F238E27FC236}">
                <a16:creationId xmlns:a16="http://schemas.microsoft.com/office/drawing/2014/main" id="{B818BC5C-2A8C-06E0-E600-553DDDB19D0B}"/>
              </a:ext>
            </a:extLst>
          </p:cNvPr>
          <p:cNvSpPr txBox="1"/>
          <p:nvPr/>
        </p:nvSpPr>
        <p:spPr>
          <a:xfrm>
            <a:off x="191575" y="4750800"/>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18" name="Google Shape;118;p25" descr="360DigiTMG Reviews - 52 Reviews of 360digitmg.com | Sitejabber">
            <a:extLst>
              <a:ext uri="{FF2B5EF4-FFF2-40B4-BE49-F238E27FC236}">
                <a16:creationId xmlns:a16="http://schemas.microsoft.com/office/drawing/2014/main" id="{B2D5F5B1-9C3D-D739-FF17-261F2A9163B0}"/>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119" name="Google Shape;119;p25">
            <a:extLst>
              <a:ext uri="{FF2B5EF4-FFF2-40B4-BE49-F238E27FC236}">
                <a16:creationId xmlns:a16="http://schemas.microsoft.com/office/drawing/2014/main" id="{FB91964E-05D7-A8B3-10AF-57D9CEFFE008}"/>
              </a:ext>
            </a:extLst>
          </p:cNvPr>
          <p:cNvSpPr/>
          <p:nvPr/>
        </p:nvSpPr>
        <p:spPr>
          <a:xfrm>
            <a:off x="559838"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0" name="Google Shape;120;p25">
            <a:extLst>
              <a:ext uri="{FF2B5EF4-FFF2-40B4-BE49-F238E27FC236}">
                <a16:creationId xmlns:a16="http://schemas.microsoft.com/office/drawing/2014/main" id="{04C66C3D-822F-B3D0-E623-64E983BE7452}"/>
              </a:ext>
            </a:extLst>
          </p:cNvPr>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 name="Google Shape;121;p25">
            <a:extLst>
              <a:ext uri="{FF2B5EF4-FFF2-40B4-BE49-F238E27FC236}">
                <a16:creationId xmlns:a16="http://schemas.microsoft.com/office/drawing/2014/main" id="{B08E6B4B-C482-E8E0-0896-D7205FC02BC7}"/>
              </a:ext>
            </a:extLst>
          </p:cNvPr>
          <p:cNvSpPr txBox="1"/>
          <p:nvPr/>
        </p:nvSpPr>
        <p:spPr>
          <a:xfrm>
            <a:off x="559838" y="1181100"/>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Statistical Insights</a:t>
            </a:r>
            <a:endParaRPr sz="1400" b="1" i="0" u="sng" strike="noStrike" cap="none">
              <a:solidFill>
                <a:srgbClr val="000000"/>
              </a:solidFill>
              <a:latin typeface="Arial"/>
              <a:ea typeface="Arial"/>
              <a:cs typeface="Arial"/>
              <a:sym typeface="Arial"/>
            </a:endParaRPr>
          </a:p>
        </p:txBody>
      </p:sp>
      <p:sp>
        <p:nvSpPr>
          <p:cNvPr id="122" name="Google Shape;122;p25">
            <a:extLst>
              <a:ext uri="{FF2B5EF4-FFF2-40B4-BE49-F238E27FC236}">
                <a16:creationId xmlns:a16="http://schemas.microsoft.com/office/drawing/2014/main" id="{EFF38220-8069-588E-57BD-64A52888C988}"/>
              </a:ext>
            </a:extLst>
          </p:cNvPr>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Business Insights</a:t>
            </a:r>
            <a:endParaRPr sz="1400" b="1" i="0" u="sng" strike="noStrike" cap="none" dirty="0">
              <a:solidFill>
                <a:srgbClr val="000000"/>
              </a:solidFill>
              <a:latin typeface="Arial"/>
              <a:ea typeface="Arial"/>
              <a:cs typeface="Arial"/>
              <a:sym typeface="Arial"/>
            </a:endParaRPr>
          </a:p>
        </p:txBody>
      </p:sp>
      <p:sp>
        <p:nvSpPr>
          <p:cNvPr id="17" name="TextBox 16">
            <a:extLst>
              <a:ext uri="{FF2B5EF4-FFF2-40B4-BE49-F238E27FC236}">
                <a16:creationId xmlns:a16="http://schemas.microsoft.com/office/drawing/2014/main" id="{9D71C7EF-7EE2-6C70-A686-142BCBBFB5A2}"/>
              </a:ext>
            </a:extLst>
          </p:cNvPr>
          <p:cNvSpPr txBox="1"/>
          <p:nvPr/>
        </p:nvSpPr>
        <p:spPr>
          <a:xfrm>
            <a:off x="6609347" y="1796700"/>
            <a:ext cx="4665990" cy="369332"/>
          </a:xfrm>
          <a:prstGeom prst="rect">
            <a:avLst/>
          </a:prstGeom>
          <a:noFill/>
        </p:spPr>
        <p:txBody>
          <a:bodyPr wrap="square" rtlCol="0">
            <a:spAutoFit/>
          </a:bodyPr>
          <a:lstStyle/>
          <a:p>
            <a:pPr marL="285750" indent="-285750">
              <a:buFont typeface="Arial" panose="020B0604020202020204" pitchFamily="34" charset="0"/>
              <a:buChar char="•"/>
            </a:pPr>
            <a:endParaRPr lang="en-GB" dirty="0"/>
          </a:p>
        </p:txBody>
      </p:sp>
      <p:sp>
        <p:nvSpPr>
          <p:cNvPr id="3" name="TextBox 2">
            <a:extLst>
              <a:ext uri="{FF2B5EF4-FFF2-40B4-BE49-F238E27FC236}">
                <a16:creationId xmlns:a16="http://schemas.microsoft.com/office/drawing/2014/main" id="{6D407BA1-2E9B-6830-1D3B-04F9C73E8339}"/>
              </a:ext>
            </a:extLst>
          </p:cNvPr>
          <p:cNvSpPr txBox="1"/>
          <p:nvPr/>
        </p:nvSpPr>
        <p:spPr>
          <a:xfrm>
            <a:off x="1071139" y="1707000"/>
            <a:ext cx="3953145" cy="2308324"/>
          </a:xfrm>
          <a:prstGeom prst="rect">
            <a:avLst/>
          </a:prstGeom>
          <a:noFill/>
        </p:spPr>
        <p:txBody>
          <a:bodyPr wrap="square">
            <a:spAutoFit/>
          </a:bodyPr>
          <a:lstStyle/>
          <a:p>
            <a:r>
              <a:rPr lang="en-US" dirty="0"/>
              <a:t>• IVF success declines with increasing age and BMI</a:t>
            </a:r>
            <a:br>
              <a:rPr lang="en-US" dirty="0"/>
            </a:br>
            <a:r>
              <a:rPr lang="en-US" dirty="0"/>
              <a:t>• Higher AMH correlates with better IVF outcomes</a:t>
            </a:r>
            <a:br>
              <a:rPr lang="en-US" dirty="0"/>
            </a:br>
            <a:r>
              <a:rPr lang="en-US" dirty="0"/>
              <a:t>• Irregular menses is associated with lower success</a:t>
            </a:r>
            <a:br>
              <a:rPr lang="en-US" dirty="0"/>
            </a:br>
            <a:r>
              <a:rPr lang="en-US" dirty="0"/>
              <a:t>• Multiple IVF attempts increase failure probability</a:t>
            </a:r>
            <a:endParaRPr lang="en-GB" dirty="0"/>
          </a:p>
        </p:txBody>
      </p:sp>
      <p:sp>
        <p:nvSpPr>
          <p:cNvPr id="5" name="TextBox 4">
            <a:extLst>
              <a:ext uri="{FF2B5EF4-FFF2-40B4-BE49-F238E27FC236}">
                <a16:creationId xmlns:a16="http://schemas.microsoft.com/office/drawing/2014/main" id="{D8A83EA1-45A1-62DB-46FB-3192EA475BDF}"/>
              </a:ext>
            </a:extLst>
          </p:cNvPr>
          <p:cNvSpPr txBox="1"/>
          <p:nvPr/>
        </p:nvSpPr>
        <p:spPr>
          <a:xfrm>
            <a:off x="6445572" y="1704090"/>
            <a:ext cx="4379744" cy="2031325"/>
          </a:xfrm>
          <a:prstGeom prst="rect">
            <a:avLst/>
          </a:prstGeom>
          <a:noFill/>
        </p:spPr>
        <p:txBody>
          <a:bodyPr wrap="square">
            <a:spAutoFit/>
          </a:bodyPr>
          <a:lstStyle/>
          <a:p>
            <a:pPr>
              <a:buNone/>
            </a:pPr>
            <a:r>
              <a:rPr lang="en-US" dirty="0"/>
              <a:t>• Risk-based counselling improves patient transparency</a:t>
            </a:r>
            <a:br>
              <a:rPr lang="en-US" dirty="0"/>
            </a:br>
            <a:r>
              <a:rPr lang="en-US" dirty="0"/>
              <a:t>• Early success estimation builds patient trust</a:t>
            </a:r>
            <a:br>
              <a:rPr lang="en-US" dirty="0"/>
            </a:br>
            <a:r>
              <a:rPr lang="en-US" dirty="0"/>
              <a:t>• Personalized treatment planning improves outcomes</a:t>
            </a:r>
            <a:br>
              <a:rPr lang="en-US" dirty="0"/>
            </a:br>
            <a:r>
              <a:rPr lang="en-US" dirty="0"/>
              <a:t>• Managing expectations improves patient satisfaction</a:t>
            </a:r>
          </a:p>
        </p:txBody>
      </p:sp>
      <p:sp>
        <p:nvSpPr>
          <p:cNvPr id="7" name="TextBox 6">
            <a:extLst>
              <a:ext uri="{FF2B5EF4-FFF2-40B4-BE49-F238E27FC236}">
                <a16:creationId xmlns:a16="http://schemas.microsoft.com/office/drawing/2014/main" id="{F3A3B493-9247-6102-FA39-6963BD54D61C}"/>
              </a:ext>
            </a:extLst>
          </p:cNvPr>
          <p:cNvSpPr txBox="1"/>
          <p:nvPr/>
        </p:nvSpPr>
        <p:spPr>
          <a:xfrm>
            <a:off x="559838" y="759384"/>
            <a:ext cx="6115664" cy="369332"/>
          </a:xfrm>
          <a:prstGeom prst="rect">
            <a:avLst/>
          </a:prstGeom>
          <a:noFill/>
        </p:spPr>
        <p:txBody>
          <a:bodyPr wrap="square">
            <a:spAutoFit/>
          </a:bodyPr>
          <a:lstStyle/>
          <a:p>
            <a:r>
              <a:rPr lang="en-US" dirty="0"/>
              <a:t>Table 3: Patient Journey &amp; Risk Factors</a:t>
            </a:r>
            <a:endParaRPr lang="en-GB" dirty="0"/>
          </a:p>
        </p:txBody>
      </p:sp>
    </p:spTree>
    <p:extLst>
      <p:ext uri="{BB962C8B-B14F-4D97-AF65-F5344CB8AC3E}">
        <p14:creationId xmlns:p14="http://schemas.microsoft.com/office/powerpoint/2010/main" val="4052339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40D7BB4-874E-E6AA-EAD5-597C65A55C88}"/>
            </a:ext>
          </a:extLst>
        </p:cNvPr>
        <p:cNvGrpSpPr/>
        <p:nvPr/>
      </p:nvGrpSpPr>
      <p:grpSpPr>
        <a:xfrm>
          <a:off x="0" y="0"/>
          <a:ext cx="0" cy="0"/>
          <a:chOff x="0" y="0"/>
          <a:chExt cx="0" cy="0"/>
        </a:xfrm>
      </p:grpSpPr>
      <p:sp>
        <p:nvSpPr>
          <p:cNvPr id="112" name="Google Shape;112;p25">
            <a:extLst>
              <a:ext uri="{FF2B5EF4-FFF2-40B4-BE49-F238E27FC236}">
                <a16:creationId xmlns:a16="http://schemas.microsoft.com/office/drawing/2014/main" id="{F48935CE-A46B-3D83-F602-F78068C13020}"/>
              </a:ext>
            </a:extLst>
          </p:cNvPr>
          <p:cNvSpPr txBox="1">
            <a:spLocks noGrp="1"/>
          </p:cNvSpPr>
          <p:nvPr>
            <p:ph type="title"/>
          </p:nvPr>
        </p:nvSpPr>
        <p:spPr>
          <a:xfrm>
            <a:off x="248194" y="147682"/>
            <a:ext cx="9247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Exploratory Data Analysis [EDA]</a:t>
            </a:r>
            <a:endParaRPr sz="3200" dirty="0">
              <a:latin typeface="Times New Roman"/>
              <a:ea typeface="Times New Roman"/>
              <a:cs typeface="Times New Roman"/>
              <a:sym typeface="Times New Roman"/>
            </a:endParaRPr>
          </a:p>
        </p:txBody>
      </p:sp>
      <p:sp>
        <p:nvSpPr>
          <p:cNvPr id="113" name="Google Shape;113;p25">
            <a:extLst>
              <a:ext uri="{FF2B5EF4-FFF2-40B4-BE49-F238E27FC236}">
                <a16:creationId xmlns:a16="http://schemas.microsoft.com/office/drawing/2014/main" id="{DCC3D2E7-6197-0F3A-02B7-D9693196E19E}"/>
              </a:ext>
            </a:extLst>
          </p:cNvPr>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114" name="Google Shape;114;p25">
            <a:extLst>
              <a:ext uri="{FF2B5EF4-FFF2-40B4-BE49-F238E27FC236}">
                <a16:creationId xmlns:a16="http://schemas.microsoft.com/office/drawing/2014/main" id="{0AADCC6C-03B0-A940-994D-ED33B2352382}"/>
              </a:ext>
            </a:extLst>
          </p:cNvPr>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5" name="Google Shape;115;p25">
            <a:extLst>
              <a:ext uri="{FF2B5EF4-FFF2-40B4-BE49-F238E27FC236}">
                <a16:creationId xmlns:a16="http://schemas.microsoft.com/office/drawing/2014/main" id="{D98A99D0-AC19-8EA8-C77F-7D203BC98B9D}"/>
              </a:ext>
            </a:extLst>
          </p:cNvPr>
          <p:cNvSpPr txBox="1"/>
          <p:nvPr/>
        </p:nvSpPr>
        <p:spPr>
          <a:xfrm>
            <a:off x="3238500" y="2076450"/>
            <a:ext cx="8991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 name="Google Shape;116;p25">
            <a:extLst>
              <a:ext uri="{FF2B5EF4-FFF2-40B4-BE49-F238E27FC236}">
                <a16:creationId xmlns:a16="http://schemas.microsoft.com/office/drawing/2014/main" id="{605D1EB3-A9E0-522A-D412-BB3403CFE3F7}"/>
              </a:ext>
            </a:extLst>
          </p:cNvPr>
          <p:cNvSpPr txBox="1"/>
          <p:nvPr/>
        </p:nvSpPr>
        <p:spPr>
          <a:xfrm>
            <a:off x="4686300" y="4057650"/>
            <a:ext cx="754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7" name="Google Shape;117;p25">
            <a:extLst>
              <a:ext uri="{FF2B5EF4-FFF2-40B4-BE49-F238E27FC236}">
                <a16:creationId xmlns:a16="http://schemas.microsoft.com/office/drawing/2014/main" id="{50C7E656-C883-48AF-85B2-EFDC685A06AD}"/>
              </a:ext>
            </a:extLst>
          </p:cNvPr>
          <p:cNvSpPr txBox="1"/>
          <p:nvPr/>
        </p:nvSpPr>
        <p:spPr>
          <a:xfrm>
            <a:off x="191575" y="4750800"/>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18" name="Google Shape;118;p25" descr="360DigiTMG Reviews - 52 Reviews of 360digitmg.com | Sitejabber">
            <a:extLst>
              <a:ext uri="{FF2B5EF4-FFF2-40B4-BE49-F238E27FC236}">
                <a16:creationId xmlns:a16="http://schemas.microsoft.com/office/drawing/2014/main" id="{42DBB214-22E5-A790-CD11-8E01E85296E7}"/>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119" name="Google Shape;119;p25">
            <a:extLst>
              <a:ext uri="{FF2B5EF4-FFF2-40B4-BE49-F238E27FC236}">
                <a16:creationId xmlns:a16="http://schemas.microsoft.com/office/drawing/2014/main" id="{0A069164-C2F6-80D5-E106-F9871305BE8B}"/>
              </a:ext>
            </a:extLst>
          </p:cNvPr>
          <p:cNvSpPr/>
          <p:nvPr/>
        </p:nvSpPr>
        <p:spPr>
          <a:xfrm>
            <a:off x="559838"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0" name="Google Shape;120;p25">
            <a:extLst>
              <a:ext uri="{FF2B5EF4-FFF2-40B4-BE49-F238E27FC236}">
                <a16:creationId xmlns:a16="http://schemas.microsoft.com/office/drawing/2014/main" id="{261E39B7-73CC-D933-1086-4E97F4D74394}"/>
              </a:ext>
            </a:extLst>
          </p:cNvPr>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 name="Google Shape;121;p25">
            <a:extLst>
              <a:ext uri="{FF2B5EF4-FFF2-40B4-BE49-F238E27FC236}">
                <a16:creationId xmlns:a16="http://schemas.microsoft.com/office/drawing/2014/main" id="{8846BB89-5281-44C3-7231-781CDFA54D23}"/>
              </a:ext>
            </a:extLst>
          </p:cNvPr>
          <p:cNvSpPr txBox="1"/>
          <p:nvPr/>
        </p:nvSpPr>
        <p:spPr>
          <a:xfrm>
            <a:off x="559838" y="1181100"/>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Statistical Insights</a:t>
            </a:r>
            <a:endParaRPr sz="1400" b="1" i="0" u="sng" strike="noStrike" cap="none">
              <a:solidFill>
                <a:srgbClr val="000000"/>
              </a:solidFill>
              <a:latin typeface="Arial"/>
              <a:ea typeface="Arial"/>
              <a:cs typeface="Arial"/>
              <a:sym typeface="Arial"/>
            </a:endParaRPr>
          </a:p>
        </p:txBody>
      </p:sp>
      <p:sp>
        <p:nvSpPr>
          <p:cNvPr id="122" name="Google Shape;122;p25">
            <a:extLst>
              <a:ext uri="{FF2B5EF4-FFF2-40B4-BE49-F238E27FC236}">
                <a16:creationId xmlns:a16="http://schemas.microsoft.com/office/drawing/2014/main" id="{62C581B1-14CE-022C-D7F4-0783CA7DAFD9}"/>
              </a:ext>
            </a:extLst>
          </p:cNvPr>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Business Insights</a:t>
            </a:r>
            <a:endParaRPr sz="1400" b="1" i="0" u="sng" strike="noStrike" cap="none" dirty="0">
              <a:solidFill>
                <a:srgbClr val="000000"/>
              </a:solidFill>
              <a:latin typeface="Arial"/>
              <a:ea typeface="Arial"/>
              <a:cs typeface="Arial"/>
              <a:sym typeface="Arial"/>
            </a:endParaRPr>
          </a:p>
        </p:txBody>
      </p:sp>
      <p:sp>
        <p:nvSpPr>
          <p:cNvPr id="17" name="TextBox 16">
            <a:extLst>
              <a:ext uri="{FF2B5EF4-FFF2-40B4-BE49-F238E27FC236}">
                <a16:creationId xmlns:a16="http://schemas.microsoft.com/office/drawing/2014/main" id="{DC44111A-6946-5784-9847-8984BAC84FDB}"/>
              </a:ext>
            </a:extLst>
          </p:cNvPr>
          <p:cNvSpPr txBox="1"/>
          <p:nvPr/>
        </p:nvSpPr>
        <p:spPr>
          <a:xfrm>
            <a:off x="6609347" y="1796700"/>
            <a:ext cx="4665990" cy="369332"/>
          </a:xfrm>
          <a:prstGeom prst="rect">
            <a:avLst/>
          </a:prstGeom>
          <a:noFill/>
        </p:spPr>
        <p:txBody>
          <a:bodyPr wrap="square" rtlCol="0">
            <a:spAutoFit/>
          </a:bodyPr>
          <a:lstStyle/>
          <a:p>
            <a:pPr marL="285750" indent="-285750">
              <a:buFont typeface="Arial" panose="020B0604020202020204" pitchFamily="34" charset="0"/>
              <a:buChar char="•"/>
            </a:pPr>
            <a:endParaRPr lang="en-GB" dirty="0"/>
          </a:p>
        </p:txBody>
      </p:sp>
      <p:sp>
        <p:nvSpPr>
          <p:cNvPr id="3" name="TextBox 2">
            <a:extLst>
              <a:ext uri="{FF2B5EF4-FFF2-40B4-BE49-F238E27FC236}">
                <a16:creationId xmlns:a16="http://schemas.microsoft.com/office/drawing/2014/main" id="{61BBC85F-3669-6781-23E3-5E36531B6D49}"/>
              </a:ext>
            </a:extLst>
          </p:cNvPr>
          <p:cNvSpPr txBox="1"/>
          <p:nvPr/>
        </p:nvSpPr>
        <p:spPr>
          <a:xfrm>
            <a:off x="1002889" y="1915715"/>
            <a:ext cx="4070555" cy="2308324"/>
          </a:xfrm>
          <a:prstGeom prst="rect">
            <a:avLst/>
          </a:prstGeom>
          <a:noFill/>
        </p:spPr>
        <p:txBody>
          <a:bodyPr wrap="square">
            <a:spAutoFit/>
          </a:bodyPr>
          <a:lstStyle/>
          <a:p>
            <a:r>
              <a:rPr lang="en-US" dirty="0"/>
              <a:t>• CHM group shows better embryo quality</a:t>
            </a:r>
            <a:br>
              <a:rPr lang="en-US" dirty="0"/>
            </a:br>
            <a:r>
              <a:rPr lang="en-US" dirty="0"/>
              <a:t>• CHM requires lower gonadotropin dosage</a:t>
            </a:r>
            <a:br>
              <a:rPr lang="en-US" dirty="0"/>
            </a:br>
            <a:r>
              <a:rPr lang="en-US" dirty="0"/>
              <a:t>• Live birth rates are comparable or higher in CHM</a:t>
            </a:r>
            <a:br>
              <a:rPr lang="en-US" dirty="0"/>
            </a:br>
            <a:r>
              <a:rPr lang="en-US" dirty="0"/>
              <a:t>• CHM shows shorter stimulation duration</a:t>
            </a:r>
            <a:endParaRPr lang="en-GB" dirty="0"/>
          </a:p>
        </p:txBody>
      </p:sp>
      <p:sp>
        <p:nvSpPr>
          <p:cNvPr id="5" name="TextBox 4">
            <a:extLst>
              <a:ext uri="{FF2B5EF4-FFF2-40B4-BE49-F238E27FC236}">
                <a16:creationId xmlns:a16="http://schemas.microsoft.com/office/drawing/2014/main" id="{F47DF6AA-FBF2-BF4B-BC33-3841F6F14E15}"/>
              </a:ext>
            </a:extLst>
          </p:cNvPr>
          <p:cNvSpPr txBox="1"/>
          <p:nvPr/>
        </p:nvSpPr>
        <p:spPr>
          <a:xfrm>
            <a:off x="6579010" y="1796700"/>
            <a:ext cx="4355690" cy="2308324"/>
          </a:xfrm>
          <a:prstGeom prst="rect">
            <a:avLst/>
          </a:prstGeom>
          <a:noFill/>
        </p:spPr>
        <p:txBody>
          <a:bodyPr wrap="square">
            <a:spAutoFit/>
          </a:bodyPr>
          <a:lstStyle/>
          <a:p>
            <a:pPr>
              <a:buNone/>
            </a:pPr>
            <a:r>
              <a:rPr lang="en-US" dirty="0"/>
              <a:t>• Supports standardization of cost-effective CHM protocol</a:t>
            </a:r>
            <a:br>
              <a:rPr lang="en-US" dirty="0"/>
            </a:br>
            <a:r>
              <a:rPr lang="en-US" dirty="0"/>
              <a:t>• Lower drug usage helps reduce overall treatment cost</a:t>
            </a:r>
            <a:br>
              <a:rPr lang="en-US" dirty="0"/>
            </a:br>
            <a:r>
              <a:rPr lang="en-US" dirty="0"/>
              <a:t>• Maintains success rates without compromising safety</a:t>
            </a:r>
            <a:br>
              <a:rPr lang="en-US" dirty="0"/>
            </a:br>
            <a:r>
              <a:rPr lang="en-US" dirty="0"/>
              <a:t>• Improves operational efficiency and patient comfort</a:t>
            </a:r>
          </a:p>
        </p:txBody>
      </p:sp>
      <p:sp>
        <p:nvSpPr>
          <p:cNvPr id="7" name="TextBox 6">
            <a:extLst>
              <a:ext uri="{FF2B5EF4-FFF2-40B4-BE49-F238E27FC236}">
                <a16:creationId xmlns:a16="http://schemas.microsoft.com/office/drawing/2014/main" id="{DD4A9D79-8079-87BC-AACE-0C73DBE74484}"/>
              </a:ext>
            </a:extLst>
          </p:cNvPr>
          <p:cNvSpPr txBox="1"/>
          <p:nvPr/>
        </p:nvSpPr>
        <p:spPr>
          <a:xfrm>
            <a:off x="493683" y="821534"/>
            <a:ext cx="6115664" cy="369332"/>
          </a:xfrm>
          <a:prstGeom prst="rect">
            <a:avLst/>
          </a:prstGeom>
          <a:noFill/>
        </p:spPr>
        <p:txBody>
          <a:bodyPr wrap="square">
            <a:spAutoFit/>
          </a:bodyPr>
          <a:lstStyle/>
          <a:p>
            <a:r>
              <a:rPr lang="en-GB" dirty="0"/>
              <a:t>Table 1A: CHM vs Non-CHM</a:t>
            </a:r>
          </a:p>
        </p:txBody>
      </p:sp>
    </p:spTree>
    <p:extLst>
      <p:ext uri="{BB962C8B-B14F-4D97-AF65-F5344CB8AC3E}">
        <p14:creationId xmlns:p14="http://schemas.microsoft.com/office/powerpoint/2010/main" val="2486725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D488F20-D98F-1F27-18C7-8B24F068D49E}"/>
            </a:ext>
          </a:extLst>
        </p:cNvPr>
        <p:cNvGrpSpPr/>
        <p:nvPr/>
      </p:nvGrpSpPr>
      <p:grpSpPr>
        <a:xfrm>
          <a:off x="0" y="0"/>
          <a:ext cx="0" cy="0"/>
          <a:chOff x="0" y="0"/>
          <a:chExt cx="0" cy="0"/>
        </a:xfrm>
      </p:grpSpPr>
      <p:sp>
        <p:nvSpPr>
          <p:cNvPr id="112" name="Google Shape;112;p25">
            <a:extLst>
              <a:ext uri="{FF2B5EF4-FFF2-40B4-BE49-F238E27FC236}">
                <a16:creationId xmlns:a16="http://schemas.microsoft.com/office/drawing/2014/main" id="{69ECD7C2-93FA-3F09-1CD3-B1DEC2C601F9}"/>
              </a:ext>
            </a:extLst>
          </p:cNvPr>
          <p:cNvSpPr txBox="1">
            <a:spLocks noGrp="1"/>
          </p:cNvSpPr>
          <p:nvPr>
            <p:ph type="title"/>
          </p:nvPr>
        </p:nvSpPr>
        <p:spPr>
          <a:xfrm>
            <a:off x="248194" y="147682"/>
            <a:ext cx="9247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Exploratory Data Analysis [EDA]</a:t>
            </a:r>
            <a:endParaRPr sz="3200" dirty="0">
              <a:latin typeface="Times New Roman"/>
              <a:ea typeface="Times New Roman"/>
              <a:cs typeface="Times New Roman"/>
              <a:sym typeface="Times New Roman"/>
            </a:endParaRPr>
          </a:p>
        </p:txBody>
      </p:sp>
      <p:sp>
        <p:nvSpPr>
          <p:cNvPr id="113" name="Google Shape;113;p25">
            <a:extLst>
              <a:ext uri="{FF2B5EF4-FFF2-40B4-BE49-F238E27FC236}">
                <a16:creationId xmlns:a16="http://schemas.microsoft.com/office/drawing/2014/main" id="{2A5F4DAD-70CA-E422-9593-8C7B3BD892D9}"/>
              </a:ext>
            </a:extLst>
          </p:cNvPr>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114" name="Google Shape;114;p25">
            <a:extLst>
              <a:ext uri="{FF2B5EF4-FFF2-40B4-BE49-F238E27FC236}">
                <a16:creationId xmlns:a16="http://schemas.microsoft.com/office/drawing/2014/main" id="{5DB89AFC-9766-BAE7-9890-03BF538D7369}"/>
              </a:ext>
            </a:extLst>
          </p:cNvPr>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5" name="Google Shape;115;p25">
            <a:extLst>
              <a:ext uri="{FF2B5EF4-FFF2-40B4-BE49-F238E27FC236}">
                <a16:creationId xmlns:a16="http://schemas.microsoft.com/office/drawing/2014/main" id="{0BF3D459-EF4E-6569-6289-09308C4ADD86}"/>
              </a:ext>
            </a:extLst>
          </p:cNvPr>
          <p:cNvSpPr txBox="1"/>
          <p:nvPr/>
        </p:nvSpPr>
        <p:spPr>
          <a:xfrm>
            <a:off x="3238500" y="2076450"/>
            <a:ext cx="8991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 name="Google Shape;116;p25">
            <a:extLst>
              <a:ext uri="{FF2B5EF4-FFF2-40B4-BE49-F238E27FC236}">
                <a16:creationId xmlns:a16="http://schemas.microsoft.com/office/drawing/2014/main" id="{1CD04EC0-625F-DB60-EC05-7DB1C6203584}"/>
              </a:ext>
            </a:extLst>
          </p:cNvPr>
          <p:cNvSpPr txBox="1"/>
          <p:nvPr/>
        </p:nvSpPr>
        <p:spPr>
          <a:xfrm>
            <a:off x="4686300" y="4057650"/>
            <a:ext cx="754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7" name="Google Shape;117;p25">
            <a:extLst>
              <a:ext uri="{FF2B5EF4-FFF2-40B4-BE49-F238E27FC236}">
                <a16:creationId xmlns:a16="http://schemas.microsoft.com/office/drawing/2014/main" id="{FE61EB52-6ACF-118C-EA23-930157273F12}"/>
              </a:ext>
            </a:extLst>
          </p:cNvPr>
          <p:cNvSpPr txBox="1"/>
          <p:nvPr/>
        </p:nvSpPr>
        <p:spPr>
          <a:xfrm>
            <a:off x="191575" y="4750800"/>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18" name="Google Shape;118;p25" descr="360DigiTMG Reviews - 52 Reviews of 360digitmg.com | Sitejabber">
            <a:extLst>
              <a:ext uri="{FF2B5EF4-FFF2-40B4-BE49-F238E27FC236}">
                <a16:creationId xmlns:a16="http://schemas.microsoft.com/office/drawing/2014/main" id="{26A891B6-E0A0-262C-D6B7-E7089AAE26F8}"/>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119" name="Google Shape;119;p25">
            <a:extLst>
              <a:ext uri="{FF2B5EF4-FFF2-40B4-BE49-F238E27FC236}">
                <a16:creationId xmlns:a16="http://schemas.microsoft.com/office/drawing/2014/main" id="{E699FF23-3A83-2838-15C4-DB80BE3384E9}"/>
              </a:ext>
            </a:extLst>
          </p:cNvPr>
          <p:cNvSpPr/>
          <p:nvPr/>
        </p:nvSpPr>
        <p:spPr>
          <a:xfrm>
            <a:off x="559838"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0" name="Google Shape;120;p25">
            <a:extLst>
              <a:ext uri="{FF2B5EF4-FFF2-40B4-BE49-F238E27FC236}">
                <a16:creationId xmlns:a16="http://schemas.microsoft.com/office/drawing/2014/main" id="{06E0C33F-6B15-F657-BC8F-9EC3EE497FD6}"/>
              </a:ext>
            </a:extLst>
          </p:cNvPr>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 name="Google Shape;121;p25">
            <a:extLst>
              <a:ext uri="{FF2B5EF4-FFF2-40B4-BE49-F238E27FC236}">
                <a16:creationId xmlns:a16="http://schemas.microsoft.com/office/drawing/2014/main" id="{7AD275B9-0D7E-BB81-687A-542A2E0EA61F}"/>
              </a:ext>
            </a:extLst>
          </p:cNvPr>
          <p:cNvSpPr txBox="1"/>
          <p:nvPr/>
        </p:nvSpPr>
        <p:spPr>
          <a:xfrm>
            <a:off x="559838" y="1181100"/>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Statistical Insights</a:t>
            </a:r>
            <a:endParaRPr sz="1400" b="1" i="0" u="sng" strike="noStrike" cap="none">
              <a:solidFill>
                <a:srgbClr val="000000"/>
              </a:solidFill>
              <a:latin typeface="Arial"/>
              <a:ea typeface="Arial"/>
              <a:cs typeface="Arial"/>
              <a:sym typeface="Arial"/>
            </a:endParaRPr>
          </a:p>
        </p:txBody>
      </p:sp>
      <p:sp>
        <p:nvSpPr>
          <p:cNvPr id="122" name="Google Shape;122;p25">
            <a:extLst>
              <a:ext uri="{FF2B5EF4-FFF2-40B4-BE49-F238E27FC236}">
                <a16:creationId xmlns:a16="http://schemas.microsoft.com/office/drawing/2014/main" id="{58C585B2-41F4-5F6D-A351-2E023C1A2DF9}"/>
              </a:ext>
            </a:extLst>
          </p:cNvPr>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Business Insights</a:t>
            </a:r>
            <a:endParaRPr sz="1400" b="1" i="0" u="sng" strike="noStrike" cap="none" dirty="0">
              <a:solidFill>
                <a:srgbClr val="000000"/>
              </a:solidFill>
              <a:latin typeface="Arial"/>
              <a:ea typeface="Arial"/>
              <a:cs typeface="Arial"/>
              <a:sym typeface="Arial"/>
            </a:endParaRPr>
          </a:p>
        </p:txBody>
      </p:sp>
      <p:sp>
        <p:nvSpPr>
          <p:cNvPr id="17" name="TextBox 16">
            <a:extLst>
              <a:ext uri="{FF2B5EF4-FFF2-40B4-BE49-F238E27FC236}">
                <a16:creationId xmlns:a16="http://schemas.microsoft.com/office/drawing/2014/main" id="{7FE838CB-A9AA-EAAD-3B9D-EB3250D92272}"/>
              </a:ext>
            </a:extLst>
          </p:cNvPr>
          <p:cNvSpPr txBox="1"/>
          <p:nvPr/>
        </p:nvSpPr>
        <p:spPr>
          <a:xfrm>
            <a:off x="6609347" y="1796700"/>
            <a:ext cx="4665990" cy="369332"/>
          </a:xfrm>
          <a:prstGeom prst="rect">
            <a:avLst/>
          </a:prstGeom>
          <a:noFill/>
        </p:spPr>
        <p:txBody>
          <a:bodyPr wrap="square" rtlCol="0">
            <a:spAutoFit/>
          </a:bodyPr>
          <a:lstStyle/>
          <a:p>
            <a:pPr marL="285750" indent="-285750">
              <a:buFont typeface="Arial" panose="020B0604020202020204" pitchFamily="34" charset="0"/>
              <a:buChar char="•"/>
            </a:pPr>
            <a:endParaRPr lang="en-GB" dirty="0"/>
          </a:p>
        </p:txBody>
      </p:sp>
      <p:sp>
        <p:nvSpPr>
          <p:cNvPr id="3" name="TextBox 2">
            <a:extLst>
              <a:ext uri="{FF2B5EF4-FFF2-40B4-BE49-F238E27FC236}">
                <a16:creationId xmlns:a16="http://schemas.microsoft.com/office/drawing/2014/main" id="{B8D9A2C4-74BA-C22E-A123-33038DB702EB}"/>
              </a:ext>
            </a:extLst>
          </p:cNvPr>
          <p:cNvSpPr txBox="1"/>
          <p:nvPr/>
        </p:nvSpPr>
        <p:spPr>
          <a:xfrm>
            <a:off x="950020" y="1781827"/>
            <a:ext cx="4319996" cy="1754326"/>
          </a:xfrm>
          <a:prstGeom prst="rect">
            <a:avLst/>
          </a:prstGeom>
          <a:noFill/>
        </p:spPr>
        <p:txBody>
          <a:bodyPr wrap="square">
            <a:spAutoFit/>
          </a:bodyPr>
          <a:lstStyle/>
          <a:p>
            <a:r>
              <a:rPr lang="en-US" dirty="0"/>
              <a:t>• Majority of babies have normal birth weight</a:t>
            </a:r>
            <a:br>
              <a:rPr lang="en-US" dirty="0"/>
            </a:br>
            <a:r>
              <a:rPr lang="en-US" dirty="0"/>
              <a:t>• APGAR scores are within healthy range</a:t>
            </a:r>
            <a:br>
              <a:rPr lang="en-US" dirty="0"/>
            </a:br>
            <a:r>
              <a:rPr lang="en-US" dirty="0"/>
              <a:t>• No abnormal gender distribution observed</a:t>
            </a:r>
            <a:br>
              <a:rPr lang="en-US" dirty="0"/>
            </a:br>
            <a:r>
              <a:rPr lang="en-US" dirty="0"/>
              <a:t>• Delivery outcomes are consistent across treatments</a:t>
            </a:r>
            <a:endParaRPr lang="en-GB" dirty="0"/>
          </a:p>
        </p:txBody>
      </p:sp>
      <p:sp>
        <p:nvSpPr>
          <p:cNvPr id="5" name="TextBox 4">
            <a:extLst>
              <a:ext uri="{FF2B5EF4-FFF2-40B4-BE49-F238E27FC236}">
                <a16:creationId xmlns:a16="http://schemas.microsoft.com/office/drawing/2014/main" id="{7FF78EE2-C6E1-FB83-C4B0-691097EFD4E7}"/>
              </a:ext>
            </a:extLst>
          </p:cNvPr>
          <p:cNvSpPr txBox="1"/>
          <p:nvPr/>
        </p:nvSpPr>
        <p:spPr>
          <a:xfrm>
            <a:off x="6432681" y="1789822"/>
            <a:ext cx="4581833" cy="1477328"/>
          </a:xfrm>
          <a:prstGeom prst="rect">
            <a:avLst/>
          </a:prstGeom>
          <a:noFill/>
        </p:spPr>
        <p:txBody>
          <a:bodyPr wrap="square">
            <a:spAutoFit/>
          </a:bodyPr>
          <a:lstStyle/>
          <a:p>
            <a:r>
              <a:rPr lang="en-US" dirty="0"/>
              <a:t>• Confirms IVF success leads to healthy babies</a:t>
            </a:r>
            <a:br>
              <a:rPr lang="en-US" dirty="0"/>
            </a:br>
            <a:r>
              <a:rPr lang="en-US" dirty="0"/>
              <a:t>• Ensures neonatal safety of treatment protocols</a:t>
            </a:r>
            <a:br>
              <a:rPr lang="en-US" dirty="0"/>
            </a:br>
            <a:r>
              <a:rPr lang="en-US" dirty="0"/>
              <a:t>• Maintains ethical and clinical balance</a:t>
            </a:r>
            <a:br>
              <a:rPr lang="en-US" dirty="0"/>
            </a:br>
            <a:r>
              <a:rPr lang="en-US" dirty="0"/>
              <a:t>• Strengthens clinic quality and reputation</a:t>
            </a:r>
            <a:endParaRPr lang="en-GB" dirty="0"/>
          </a:p>
        </p:txBody>
      </p:sp>
      <p:sp>
        <p:nvSpPr>
          <p:cNvPr id="7" name="TextBox 6">
            <a:extLst>
              <a:ext uri="{FF2B5EF4-FFF2-40B4-BE49-F238E27FC236}">
                <a16:creationId xmlns:a16="http://schemas.microsoft.com/office/drawing/2014/main" id="{91317E91-4C64-0883-1A61-A75DC546B72D}"/>
              </a:ext>
            </a:extLst>
          </p:cNvPr>
          <p:cNvSpPr txBox="1"/>
          <p:nvPr/>
        </p:nvSpPr>
        <p:spPr>
          <a:xfrm>
            <a:off x="559838" y="746595"/>
            <a:ext cx="6115664" cy="369332"/>
          </a:xfrm>
          <a:prstGeom prst="rect">
            <a:avLst/>
          </a:prstGeom>
          <a:noFill/>
        </p:spPr>
        <p:txBody>
          <a:bodyPr wrap="square">
            <a:spAutoFit/>
          </a:bodyPr>
          <a:lstStyle/>
          <a:p>
            <a:r>
              <a:rPr lang="en-GB" dirty="0"/>
              <a:t>Table 1B: Neonatal Outcomes</a:t>
            </a:r>
          </a:p>
        </p:txBody>
      </p:sp>
    </p:spTree>
    <p:extLst>
      <p:ext uri="{BB962C8B-B14F-4D97-AF65-F5344CB8AC3E}">
        <p14:creationId xmlns:p14="http://schemas.microsoft.com/office/powerpoint/2010/main" val="670023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6A982E8-5FF5-8789-7948-5949FC47A26B}"/>
            </a:ext>
          </a:extLst>
        </p:cNvPr>
        <p:cNvGrpSpPr/>
        <p:nvPr/>
      </p:nvGrpSpPr>
      <p:grpSpPr>
        <a:xfrm>
          <a:off x="0" y="0"/>
          <a:ext cx="0" cy="0"/>
          <a:chOff x="0" y="0"/>
          <a:chExt cx="0" cy="0"/>
        </a:xfrm>
      </p:grpSpPr>
      <p:sp>
        <p:nvSpPr>
          <p:cNvPr id="112" name="Google Shape;112;p25">
            <a:extLst>
              <a:ext uri="{FF2B5EF4-FFF2-40B4-BE49-F238E27FC236}">
                <a16:creationId xmlns:a16="http://schemas.microsoft.com/office/drawing/2014/main" id="{DBC94379-0A0D-3A36-EADE-1F6F0953A4B8}"/>
              </a:ext>
            </a:extLst>
          </p:cNvPr>
          <p:cNvSpPr txBox="1">
            <a:spLocks noGrp="1"/>
          </p:cNvSpPr>
          <p:nvPr>
            <p:ph type="title"/>
          </p:nvPr>
        </p:nvSpPr>
        <p:spPr>
          <a:xfrm>
            <a:off x="248194" y="147682"/>
            <a:ext cx="9247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Exploratory Data Analysis [EDA]</a:t>
            </a:r>
            <a:endParaRPr sz="3200" dirty="0">
              <a:latin typeface="Times New Roman"/>
              <a:ea typeface="Times New Roman"/>
              <a:cs typeface="Times New Roman"/>
              <a:sym typeface="Times New Roman"/>
            </a:endParaRPr>
          </a:p>
        </p:txBody>
      </p:sp>
      <p:sp>
        <p:nvSpPr>
          <p:cNvPr id="113" name="Google Shape;113;p25">
            <a:extLst>
              <a:ext uri="{FF2B5EF4-FFF2-40B4-BE49-F238E27FC236}">
                <a16:creationId xmlns:a16="http://schemas.microsoft.com/office/drawing/2014/main" id="{1301EB5E-6383-EC77-39A1-2FDA2F3AF4C5}"/>
              </a:ext>
            </a:extLst>
          </p:cNvPr>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114" name="Google Shape;114;p25">
            <a:extLst>
              <a:ext uri="{FF2B5EF4-FFF2-40B4-BE49-F238E27FC236}">
                <a16:creationId xmlns:a16="http://schemas.microsoft.com/office/drawing/2014/main" id="{315DB494-91D0-A648-1313-C781E5A16B16}"/>
              </a:ext>
            </a:extLst>
          </p:cNvPr>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5" name="Google Shape;115;p25">
            <a:extLst>
              <a:ext uri="{FF2B5EF4-FFF2-40B4-BE49-F238E27FC236}">
                <a16:creationId xmlns:a16="http://schemas.microsoft.com/office/drawing/2014/main" id="{6B7D131A-523E-A879-9B58-0B95D2F4AA2D}"/>
              </a:ext>
            </a:extLst>
          </p:cNvPr>
          <p:cNvSpPr txBox="1"/>
          <p:nvPr/>
        </p:nvSpPr>
        <p:spPr>
          <a:xfrm>
            <a:off x="3238500" y="2076450"/>
            <a:ext cx="8991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6" name="Google Shape;116;p25">
            <a:extLst>
              <a:ext uri="{FF2B5EF4-FFF2-40B4-BE49-F238E27FC236}">
                <a16:creationId xmlns:a16="http://schemas.microsoft.com/office/drawing/2014/main" id="{8C075131-4ED6-C203-C8F3-2366C3EDF92F}"/>
              </a:ext>
            </a:extLst>
          </p:cNvPr>
          <p:cNvSpPr txBox="1"/>
          <p:nvPr/>
        </p:nvSpPr>
        <p:spPr>
          <a:xfrm>
            <a:off x="4686300" y="4057650"/>
            <a:ext cx="7543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p:txBody>
      </p:sp>
      <p:sp>
        <p:nvSpPr>
          <p:cNvPr id="117" name="Google Shape;117;p25">
            <a:extLst>
              <a:ext uri="{FF2B5EF4-FFF2-40B4-BE49-F238E27FC236}">
                <a16:creationId xmlns:a16="http://schemas.microsoft.com/office/drawing/2014/main" id="{31996B33-C87B-B426-E015-482ACF5F516A}"/>
              </a:ext>
            </a:extLst>
          </p:cNvPr>
          <p:cNvSpPr txBox="1"/>
          <p:nvPr/>
        </p:nvSpPr>
        <p:spPr>
          <a:xfrm>
            <a:off x="191575" y="4750800"/>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18" name="Google Shape;118;p25" descr="360DigiTMG Reviews - 52 Reviews of 360digitmg.com | Sitejabber">
            <a:extLst>
              <a:ext uri="{FF2B5EF4-FFF2-40B4-BE49-F238E27FC236}">
                <a16:creationId xmlns:a16="http://schemas.microsoft.com/office/drawing/2014/main" id="{DDA5352F-CCAE-86B7-CC29-CB59DBC59246}"/>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119" name="Google Shape;119;p25">
            <a:extLst>
              <a:ext uri="{FF2B5EF4-FFF2-40B4-BE49-F238E27FC236}">
                <a16:creationId xmlns:a16="http://schemas.microsoft.com/office/drawing/2014/main" id="{81CC628B-B278-FA07-CE99-03B367FB9A57}"/>
              </a:ext>
            </a:extLst>
          </p:cNvPr>
          <p:cNvSpPr/>
          <p:nvPr/>
        </p:nvSpPr>
        <p:spPr>
          <a:xfrm>
            <a:off x="559838"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0" name="Google Shape;120;p25">
            <a:extLst>
              <a:ext uri="{FF2B5EF4-FFF2-40B4-BE49-F238E27FC236}">
                <a16:creationId xmlns:a16="http://schemas.microsoft.com/office/drawing/2014/main" id="{DE4E2CED-5727-A6BD-CDF9-A4FC2D371098}"/>
              </a:ext>
            </a:extLst>
          </p:cNvPr>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21" name="Google Shape;121;p25">
            <a:extLst>
              <a:ext uri="{FF2B5EF4-FFF2-40B4-BE49-F238E27FC236}">
                <a16:creationId xmlns:a16="http://schemas.microsoft.com/office/drawing/2014/main" id="{7CF6E6AA-5267-3CEC-C480-237322E4E5AD}"/>
              </a:ext>
            </a:extLst>
          </p:cNvPr>
          <p:cNvSpPr txBox="1"/>
          <p:nvPr/>
        </p:nvSpPr>
        <p:spPr>
          <a:xfrm>
            <a:off x="559838" y="1181100"/>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a:solidFill>
                  <a:srgbClr val="000000"/>
                </a:solidFill>
                <a:latin typeface="Arial"/>
                <a:ea typeface="Arial"/>
                <a:cs typeface="Arial"/>
                <a:sym typeface="Arial"/>
              </a:rPr>
              <a:t>Statistical Insights</a:t>
            </a:r>
            <a:endParaRPr sz="1400" b="1" i="0" u="sng" strike="noStrike" cap="none">
              <a:solidFill>
                <a:srgbClr val="000000"/>
              </a:solidFill>
              <a:latin typeface="Arial"/>
              <a:ea typeface="Arial"/>
              <a:cs typeface="Arial"/>
              <a:sym typeface="Arial"/>
            </a:endParaRPr>
          </a:p>
        </p:txBody>
      </p:sp>
      <p:sp>
        <p:nvSpPr>
          <p:cNvPr id="122" name="Google Shape;122;p25">
            <a:extLst>
              <a:ext uri="{FF2B5EF4-FFF2-40B4-BE49-F238E27FC236}">
                <a16:creationId xmlns:a16="http://schemas.microsoft.com/office/drawing/2014/main" id="{A99C2965-D7E5-74C9-084C-AEABFD90BBEF}"/>
              </a:ext>
            </a:extLst>
          </p:cNvPr>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Business Insights</a:t>
            </a:r>
            <a:endParaRPr sz="1400" b="1" i="0" u="sng" strike="noStrike" cap="none" dirty="0">
              <a:solidFill>
                <a:srgbClr val="000000"/>
              </a:solidFill>
              <a:latin typeface="Arial"/>
              <a:ea typeface="Arial"/>
              <a:cs typeface="Arial"/>
              <a:sym typeface="Arial"/>
            </a:endParaRPr>
          </a:p>
        </p:txBody>
      </p:sp>
      <p:sp>
        <p:nvSpPr>
          <p:cNvPr id="17" name="TextBox 16">
            <a:extLst>
              <a:ext uri="{FF2B5EF4-FFF2-40B4-BE49-F238E27FC236}">
                <a16:creationId xmlns:a16="http://schemas.microsoft.com/office/drawing/2014/main" id="{E90C6A02-AA63-3787-A5A8-C57B1FF50B12}"/>
              </a:ext>
            </a:extLst>
          </p:cNvPr>
          <p:cNvSpPr txBox="1"/>
          <p:nvPr/>
        </p:nvSpPr>
        <p:spPr>
          <a:xfrm>
            <a:off x="6609347" y="1796700"/>
            <a:ext cx="4665990" cy="369332"/>
          </a:xfrm>
          <a:prstGeom prst="rect">
            <a:avLst/>
          </a:prstGeom>
          <a:noFill/>
        </p:spPr>
        <p:txBody>
          <a:bodyPr wrap="square" rtlCol="0">
            <a:spAutoFit/>
          </a:bodyPr>
          <a:lstStyle/>
          <a:p>
            <a:pPr marL="285750" indent="-285750">
              <a:buFont typeface="Arial" panose="020B0604020202020204" pitchFamily="34" charset="0"/>
              <a:buChar char="•"/>
            </a:pPr>
            <a:endParaRPr lang="en-GB" dirty="0"/>
          </a:p>
        </p:txBody>
      </p:sp>
      <p:sp>
        <p:nvSpPr>
          <p:cNvPr id="3" name="TextBox 2">
            <a:extLst>
              <a:ext uri="{FF2B5EF4-FFF2-40B4-BE49-F238E27FC236}">
                <a16:creationId xmlns:a16="http://schemas.microsoft.com/office/drawing/2014/main" id="{FB5D1F37-8C0C-7EDA-209D-9BE27C8F66A9}"/>
              </a:ext>
            </a:extLst>
          </p:cNvPr>
          <p:cNvSpPr txBox="1"/>
          <p:nvPr/>
        </p:nvSpPr>
        <p:spPr>
          <a:xfrm>
            <a:off x="965824" y="1762526"/>
            <a:ext cx="4166615" cy="2308324"/>
          </a:xfrm>
          <a:prstGeom prst="rect">
            <a:avLst/>
          </a:prstGeom>
          <a:noFill/>
        </p:spPr>
        <p:txBody>
          <a:bodyPr wrap="square">
            <a:spAutoFit/>
          </a:bodyPr>
          <a:lstStyle/>
          <a:p>
            <a:r>
              <a:rPr lang="en-US" dirty="0"/>
              <a:t>• Higher BMP15 indicates better egg quality</a:t>
            </a:r>
            <a:br>
              <a:rPr lang="en-US" dirty="0"/>
            </a:br>
            <a:r>
              <a:rPr lang="en-US" dirty="0"/>
              <a:t>• Higher LIF indicates better implantation readiness</a:t>
            </a:r>
            <a:br>
              <a:rPr lang="en-US" dirty="0"/>
            </a:br>
            <a:r>
              <a:rPr lang="en-US" dirty="0"/>
              <a:t>• CHM group shows favorable biomarker levels</a:t>
            </a:r>
            <a:br>
              <a:rPr lang="en-US" dirty="0"/>
            </a:br>
            <a:r>
              <a:rPr lang="en-US" dirty="0"/>
              <a:t>• Biomarkers provide early biological success signals</a:t>
            </a:r>
            <a:endParaRPr lang="en-GB" dirty="0"/>
          </a:p>
        </p:txBody>
      </p:sp>
      <p:sp>
        <p:nvSpPr>
          <p:cNvPr id="5" name="TextBox 4">
            <a:extLst>
              <a:ext uri="{FF2B5EF4-FFF2-40B4-BE49-F238E27FC236}">
                <a16:creationId xmlns:a16="http://schemas.microsoft.com/office/drawing/2014/main" id="{4D5AC23E-DAF8-5921-FC61-738E52B33852}"/>
              </a:ext>
            </a:extLst>
          </p:cNvPr>
          <p:cNvSpPr txBox="1"/>
          <p:nvPr/>
        </p:nvSpPr>
        <p:spPr>
          <a:xfrm>
            <a:off x="6609347" y="1768468"/>
            <a:ext cx="4188542" cy="2308324"/>
          </a:xfrm>
          <a:prstGeom prst="rect">
            <a:avLst/>
          </a:prstGeom>
          <a:noFill/>
        </p:spPr>
        <p:txBody>
          <a:bodyPr wrap="square">
            <a:spAutoFit/>
          </a:bodyPr>
          <a:lstStyle/>
          <a:p>
            <a:r>
              <a:rPr lang="en-US" dirty="0"/>
              <a:t>• Enables early identification of high-potential cycles</a:t>
            </a:r>
            <a:br>
              <a:rPr lang="en-US" dirty="0"/>
            </a:br>
            <a:r>
              <a:rPr lang="en-US" dirty="0"/>
              <a:t>• Reduces low-probability embryo transfers</a:t>
            </a:r>
            <a:br>
              <a:rPr lang="en-US" dirty="0"/>
            </a:br>
            <a:r>
              <a:rPr lang="en-US" dirty="0"/>
              <a:t>• Supports biologically effective treatment selection</a:t>
            </a:r>
            <a:br>
              <a:rPr lang="en-US" dirty="0"/>
            </a:br>
            <a:r>
              <a:rPr lang="en-US" dirty="0"/>
              <a:t>• Helps reduce cost and improve success rates</a:t>
            </a:r>
            <a:endParaRPr lang="en-GB" dirty="0"/>
          </a:p>
        </p:txBody>
      </p:sp>
      <p:sp>
        <p:nvSpPr>
          <p:cNvPr id="7" name="TextBox 6">
            <a:extLst>
              <a:ext uri="{FF2B5EF4-FFF2-40B4-BE49-F238E27FC236}">
                <a16:creationId xmlns:a16="http://schemas.microsoft.com/office/drawing/2014/main" id="{24934D15-E48F-37E0-D4EF-C01D29CC76D7}"/>
              </a:ext>
            </a:extLst>
          </p:cNvPr>
          <p:cNvSpPr txBox="1"/>
          <p:nvPr/>
        </p:nvSpPr>
        <p:spPr>
          <a:xfrm>
            <a:off x="571740" y="754709"/>
            <a:ext cx="6115664" cy="369332"/>
          </a:xfrm>
          <a:prstGeom prst="rect">
            <a:avLst/>
          </a:prstGeom>
          <a:noFill/>
        </p:spPr>
        <p:txBody>
          <a:bodyPr wrap="square">
            <a:spAutoFit/>
          </a:bodyPr>
          <a:lstStyle/>
          <a:p>
            <a:r>
              <a:rPr lang="en-GB" dirty="0"/>
              <a:t>Table 1C: Biomarker Analysis</a:t>
            </a:r>
          </a:p>
        </p:txBody>
      </p:sp>
    </p:spTree>
    <p:extLst>
      <p:ext uri="{BB962C8B-B14F-4D97-AF65-F5344CB8AC3E}">
        <p14:creationId xmlns:p14="http://schemas.microsoft.com/office/powerpoint/2010/main" val="1977768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Preprocessing</a:t>
            </a:r>
            <a:endParaRPr/>
          </a:p>
        </p:txBody>
      </p:sp>
      <p:sp>
        <p:nvSpPr>
          <p:cNvPr id="129" name="Google Shape;129;p30"/>
          <p:cNvSpPr txBox="1"/>
          <p:nvPr/>
        </p:nvSpPr>
        <p:spPr>
          <a:xfrm>
            <a:off x="876300" y="14287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0" name="Google Shape;130;p30"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sp>
        <p:nvSpPr>
          <p:cNvPr id="3" name="TextBox 2">
            <a:extLst>
              <a:ext uri="{FF2B5EF4-FFF2-40B4-BE49-F238E27FC236}">
                <a16:creationId xmlns:a16="http://schemas.microsoft.com/office/drawing/2014/main" id="{AB902AD5-04A9-04F4-B5B0-5105485458C3}"/>
              </a:ext>
            </a:extLst>
          </p:cNvPr>
          <p:cNvSpPr txBox="1"/>
          <p:nvPr/>
        </p:nvSpPr>
        <p:spPr>
          <a:xfrm>
            <a:off x="530942" y="1049112"/>
            <a:ext cx="6096000" cy="4185761"/>
          </a:xfrm>
          <a:prstGeom prst="rect">
            <a:avLst/>
          </a:prstGeom>
          <a:noFill/>
        </p:spPr>
        <p:txBody>
          <a:bodyPr wrap="square">
            <a:spAutoFit/>
          </a:bodyPr>
          <a:lstStyle/>
          <a:p>
            <a:pPr>
              <a:buNone/>
            </a:pPr>
            <a:r>
              <a:rPr lang="en-GB" b="1" dirty="0"/>
              <a:t>Key preprocessing steps:</a:t>
            </a:r>
          </a:p>
          <a:p>
            <a:pPr>
              <a:buNone/>
            </a:pPr>
            <a:endParaRPr lang="en-GB" b="1" dirty="0"/>
          </a:p>
          <a:p>
            <a:pPr>
              <a:buFont typeface="Arial" panose="020B0604020202020204" pitchFamily="34" charset="0"/>
              <a:buChar char="•"/>
            </a:pPr>
            <a:r>
              <a:rPr lang="en-GB" dirty="0"/>
              <a:t> Column renaming &amp; standardization</a:t>
            </a:r>
          </a:p>
          <a:p>
            <a:endParaRPr lang="en-GB" dirty="0"/>
          </a:p>
          <a:p>
            <a:pPr>
              <a:buFont typeface="Arial" panose="020B0604020202020204" pitchFamily="34" charset="0"/>
              <a:buChar char="•"/>
            </a:pPr>
            <a:r>
              <a:rPr lang="en-GB" dirty="0"/>
              <a:t> Handling missing and null values</a:t>
            </a:r>
          </a:p>
          <a:p>
            <a:endParaRPr lang="en-GB" dirty="0"/>
          </a:p>
          <a:p>
            <a:pPr>
              <a:buFont typeface="Arial" panose="020B0604020202020204" pitchFamily="34" charset="0"/>
              <a:buChar char="•"/>
            </a:pPr>
            <a:r>
              <a:rPr lang="en-GB" dirty="0"/>
              <a:t> Creating derived columns (age groups, BMI groups)</a:t>
            </a:r>
          </a:p>
          <a:p>
            <a:endParaRPr lang="en-GB" dirty="0"/>
          </a:p>
          <a:p>
            <a:pPr>
              <a:buFont typeface="Arial" panose="020B0604020202020204" pitchFamily="34" charset="0"/>
              <a:buChar char="•"/>
            </a:pPr>
            <a:r>
              <a:rPr lang="en-GB" dirty="0"/>
              <a:t> Converting flags to binary indicators</a:t>
            </a:r>
          </a:p>
          <a:p>
            <a:endParaRPr lang="en-GB" dirty="0"/>
          </a:p>
          <a:p>
            <a:pPr>
              <a:buFont typeface="Arial" panose="020B0604020202020204" pitchFamily="34" charset="0"/>
              <a:buChar char="•"/>
            </a:pPr>
            <a:r>
              <a:rPr lang="en-GB" dirty="0"/>
              <a:t> Ensuring correct data types</a:t>
            </a:r>
          </a:p>
          <a:p>
            <a:pPr>
              <a:buFont typeface="Arial" panose="020B0604020202020204" pitchFamily="34" charset="0"/>
              <a:buChar char="•"/>
            </a:pPr>
            <a:endParaRPr lang="en-GB" dirty="0"/>
          </a:p>
          <a:p>
            <a:pPr>
              <a:buNone/>
            </a:pPr>
            <a:r>
              <a:rPr lang="en-GB" b="1" dirty="0"/>
              <a:t>Tools used:</a:t>
            </a:r>
          </a:p>
          <a:p>
            <a:pPr>
              <a:buNone/>
            </a:pPr>
            <a:endParaRPr lang="en-GB" b="1" dirty="0"/>
          </a:p>
          <a:p>
            <a:pPr>
              <a:buFont typeface="Arial" panose="020B0604020202020204" pitchFamily="34" charset="0"/>
              <a:buChar char="•"/>
            </a:pPr>
            <a:r>
              <a:rPr lang="en-GB" dirty="0"/>
              <a:t> SQL</a:t>
            </a:r>
          </a:p>
          <a:p>
            <a:pPr>
              <a:buFont typeface="Arial" panose="020B0604020202020204" pitchFamily="34" charset="0"/>
              <a:buChar char="•"/>
            </a:pPr>
            <a:endParaRPr lang="en-GB" dirty="0"/>
          </a:p>
          <a:p>
            <a:pPr>
              <a:buFont typeface="Arial" panose="020B0604020202020204" pitchFamily="34" charset="0"/>
              <a:buChar char="•"/>
            </a:pPr>
            <a:r>
              <a:rPr lang="en-GB" dirty="0"/>
              <a:t> Python</a:t>
            </a:r>
          </a:p>
          <a:p>
            <a:endParaRPr lang="en-GB" dirty="0"/>
          </a:p>
          <a:p>
            <a:pPr>
              <a:buFont typeface="Arial" panose="020B0604020202020204" pitchFamily="34" charset="0"/>
              <a:buChar char="•"/>
            </a:pPr>
            <a:r>
              <a:rPr lang="en-GB" dirty="0"/>
              <a:t> Power BI Power Query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BD5CB848-50B0-947D-F6B4-0FAE75FCD326}"/>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4432EFE7-D7B8-267C-D5B6-D2F8188A60DB}"/>
              </a:ext>
            </a:extLst>
          </p:cNvPr>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Visualization </a:t>
            </a:r>
            <a:endParaRPr/>
          </a:p>
        </p:txBody>
      </p:sp>
      <p:sp>
        <p:nvSpPr>
          <p:cNvPr id="137" name="Google Shape;137;p32">
            <a:extLst>
              <a:ext uri="{FF2B5EF4-FFF2-40B4-BE49-F238E27FC236}">
                <a16:creationId xmlns:a16="http://schemas.microsoft.com/office/drawing/2014/main" id="{55A12848-6DBC-56CB-1F53-ABC4EE5C1B7E}"/>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F19C4D66-4F9B-08EC-CFE6-360CA51C1B15}"/>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8A1ECFF9-60BE-1696-475C-B5177E0FFBD0}"/>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5" name="Picture 4">
            <a:extLst>
              <a:ext uri="{FF2B5EF4-FFF2-40B4-BE49-F238E27FC236}">
                <a16:creationId xmlns:a16="http://schemas.microsoft.com/office/drawing/2014/main" id="{C27BADAD-E93F-AA48-1EE3-352C30498F39}"/>
              </a:ext>
            </a:extLst>
          </p:cNvPr>
          <p:cNvPicPr>
            <a:picLocks noChangeAspect="1"/>
          </p:cNvPicPr>
          <p:nvPr/>
        </p:nvPicPr>
        <p:blipFill>
          <a:blip r:embed="rId4"/>
          <a:stretch>
            <a:fillRect/>
          </a:stretch>
        </p:blipFill>
        <p:spPr>
          <a:xfrm>
            <a:off x="435692" y="873895"/>
            <a:ext cx="9131095" cy="5539740"/>
          </a:xfrm>
          <a:prstGeom prst="rect">
            <a:avLst/>
          </a:prstGeom>
        </p:spPr>
      </p:pic>
    </p:spTree>
    <p:extLst>
      <p:ext uri="{BB962C8B-B14F-4D97-AF65-F5344CB8AC3E}">
        <p14:creationId xmlns:p14="http://schemas.microsoft.com/office/powerpoint/2010/main" val="2726950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C524C9DB-45CD-553B-4386-D3508F725C8C}"/>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45CDF112-AF99-28DF-5CD5-90E8AC9FE955}"/>
              </a:ext>
            </a:extLst>
          </p:cNvPr>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Visualization </a:t>
            </a:r>
            <a:endParaRPr/>
          </a:p>
        </p:txBody>
      </p:sp>
      <p:sp>
        <p:nvSpPr>
          <p:cNvPr id="137" name="Google Shape;137;p32">
            <a:extLst>
              <a:ext uri="{FF2B5EF4-FFF2-40B4-BE49-F238E27FC236}">
                <a16:creationId xmlns:a16="http://schemas.microsoft.com/office/drawing/2014/main" id="{E81BCD8D-072A-0990-0852-985DB8E0EA20}"/>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1F037023-358E-7856-6923-1E36B6E4FFF9}"/>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F0FA9FB3-4A88-0D08-0CD7-2B7F938896B3}"/>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3" name="Picture 2">
            <a:extLst>
              <a:ext uri="{FF2B5EF4-FFF2-40B4-BE49-F238E27FC236}">
                <a16:creationId xmlns:a16="http://schemas.microsoft.com/office/drawing/2014/main" id="{A0DD091A-B0F7-0733-0119-87EE67D3C34A}"/>
              </a:ext>
            </a:extLst>
          </p:cNvPr>
          <p:cNvPicPr>
            <a:picLocks noChangeAspect="1"/>
          </p:cNvPicPr>
          <p:nvPr/>
        </p:nvPicPr>
        <p:blipFill>
          <a:blip r:embed="rId4"/>
          <a:stretch>
            <a:fillRect/>
          </a:stretch>
        </p:blipFill>
        <p:spPr>
          <a:xfrm>
            <a:off x="163416" y="896333"/>
            <a:ext cx="9588129" cy="5615940"/>
          </a:xfrm>
          <a:prstGeom prst="rect">
            <a:avLst/>
          </a:prstGeom>
        </p:spPr>
      </p:pic>
    </p:spTree>
    <p:extLst>
      <p:ext uri="{BB962C8B-B14F-4D97-AF65-F5344CB8AC3E}">
        <p14:creationId xmlns:p14="http://schemas.microsoft.com/office/powerpoint/2010/main" val="2906380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E6E64792-8A7F-5CE4-09FF-F7845AB61571}"/>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75692A6F-ADF9-2516-6897-43DF4EFBF83C}"/>
              </a:ext>
            </a:extLst>
          </p:cNvPr>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Visualization </a:t>
            </a:r>
            <a:endParaRPr/>
          </a:p>
        </p:txBody>
      </p:sp>
      <p:sp>
        <p:nvSpPr>
          <p:cNvPr id="137" name="Google Shape;137;p32">
            <a:extLst>
              <a:ext uri="{FF2B5EF4-FFF2-40B4-BE49-F238E27FC236}">
                <a16:creationId xmlns:a16="http://schemas.microsoft.com/office/drawing/2014/main" id="{CE6A0223-FBEA-68AF-E4EA-9EC76ECD64EF}"/>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70F45D72-A9D8-D74C-1980-072C234C136E}"/>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5A45874E-AFC3-EE68-BCDC-09FF433106BC}"/>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3" name="Picture 2">
            <a:extLst>
              <a:ext uri="{FF2B5EF4-FFF2-40B4-BE49-F238E27FC236}">
                <a16:creationId xmlns:a16="http://schemas.microsoft.com/office/drawing/2014/main" id="{AC29D059-1B06-6F6B-2B2A-5B76642F3CA9}"/>
              </a:ext>
            </a:extLst>
          </p:cNvPr>
          <p:cNvPicPr>
            <a:picLocks noChangeAspect="1"/>
          </p:cNvPicPr>
          <p:nvPr/>
        </p:nvPicPr>
        <p:blipFill>
          <a:blip r:embed="rId4"/>
          <a:stretch>
            <a:fillRect/>
          </a:stretch>
        </p:blipFill>
        <p:spPr>
          <a:xfrm>
            <a:off x="287350" y="886501"/>
            <a:ext cx="9390455" cy="5615940"/>
          </a:xfrm>
          <a:prstGeom prst="rect">
            <a:avLst/>
          </a:prstGeom>
        </p:spPr>
      </p:pic>
    </p:spTree>
    <p:extLst>
      <p:ext uri="{BB962C8B-B14F-4D97-AF65-F5344CB8AC3E}">
        <p14:creationId xmlns:p14="http://schemas.microsoft.com/office/powerpoint/2010/main" val="3617162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CE440E88-D3B8-583E-64F6-1F91E7839CA2}"/>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1ABC03E0-E803-C31B-3C33-D32CF7B4240F}"/>
              </a:ext>
            </a:extLst>
          </p:cNvPr>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Visualization </a:t>
            </a:r>
            <a:endParaRPr/>
          </a:p>
        </p:txBody>
      </p:sp>
      <p:sp>
        <p:nvSpPr>
          <p:cNvPr id="137" name="Google Shape;137;p32">
            <a:extLst>
              <a:ext uri="{FF2B5EF4-FFF2-40B4-BE49-F238E27FC236}">
                <a16:creationId xmlns:a16="http://schemas.microsoft.com/office/drawing/2014/main" id="{5AF63CC0-8F1D-FCD3-38BC-0C67BA8C342A}"/>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9DC3EA7C-4F44-AC61-D17A-FE9C1B985EC8}"/>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918A98B4-C0F4-B473-1986-0C16EB078818}"/>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3" name="Picture 2">
            <a:extLst>
              <a:ext uri="{FF2B5EF4-FFF2-40B4-BE49-F238E27FC236}">
                <a16:creationId xmlns:a16="http://schemas.microsoft.com/office/drawing/2014/main" id="{15A4DCFC-2F5E-7E43-2FDA-95F6F52867B3}"/>
              </a:ext>
            </a:extLst>
          </p:cNvPr>
          <p:cNvPicPr>
            <a:picLocks noChangeAspect="1"/>
          </p:cNvPicPr>
          <p:nvPr/>
        </p:nvPicPr>
        <p:blipFill>
          <a:blip r:embed="rId4"/>
          <a:stretch>
            <a:fillRect/>
          </a:stretch>
        </p:blipFill>
        <p:spPr>
          <a:xfrm>
            <a:off x="228600" y="858234"/>
            <a:ext cx="9387348" cy="5692140"/>
          </a:xfrm>
          <a:prstGeom prst="rect">
            <a:avLst/>
          </a:prstGeom>
        </p:spPr>
      </p:pic>
    </p:spTree>
    <p:extLst>
      <p:ext uri="{BB962C8B-B14F-4D97-AF65-F5344CB8AC3E}">
        <p14:creationId xmlns:p14="http://schemas.microsoft.com/office/powerpoint/2010/main" val="1418562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D105E677-DD75-29ED-7601-2C31E65CE271}"/>
            </a:ext>
          </a:extLst>
        </p:cNvPr>
        <p:cNvGrpSpPr/>
        <p:nvPr/>
      </p:nvGrpSpPr>
      <p:grpSpPr>
        <a:xfrm>
          <a:off x="0" y="0"/>
          <a:ext cx="0" cy="0"/>
          <a:chOff x="0" y="0"/>
          <a:chExt cx="0" cy="0"/>
        </a:xfrm>
      </p:grpSpPr>
      <p:sp>
        <p:nvSpPr>
          <p:cNvPr id="136" name="Google Shape;136;p32">
            <a:extLst>
              <a:ext uri="{FF2B5EF4-FFF2-40B4-BE49-F238E27FC236}">
                <a16:creationId xmlns:a16="http://schemas.microsoft.com/office/drawing/2014/main" id="{130FFBC6-8B1A-0112-54E1-E78DDACA0215}"/>
              </a:ext>
            </a:extLst>
          </p:cNvPr>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Visualization </a:t>
            </a:r>
            <a:endParaRPr/>
          </a:p>
        </p:txBody>
      </p:sp>
      <p:sp>
        <p:nvSpPr>
          <p:cNvPr id="137" name="Google Shape;137;p32">
            <a:extLst>
              <a:ext uri="{FF2B5EF4-FFF2-40B4-BE49-F238E27FC236}">
                <a16:creationId xmlns:a16="http://schemas.microsoft.com/office/drawing/2014/main" id="{4A136102-CC3E-6CBB-F0F1-BAA25A454530}"/>
              </a:ext>
            </a:extLst>
          </p:cNvPr>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a:extLst>
              <a:ext uri="{FF2B5EF4-FFF2-40B4-BE49-F238E27FC236}">
                <a16:creationId xmlns:a16="http://schemas.microsoft.com/office/drawing/2014/main" id="{F1E88BE6-408D-9168-07F7-E1DC0D34E0A9}"/>
              </a:ext>
            </a:extLst>
          </p:cNvPr>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a:extLst>
              <a:ext uri="{FF2B5EF4-FFF2-40B4-BE49-F238E27FC236}">
                <a16:creationId xmlns:a16="http://schemas.microsoft.com/office/drawing/2014/main" id="{671313F7-6D93-B3B0-18B4-75E506CC0B3A}"/>
              </a:ext>
            </a:extLst>
          </p:cNvP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3" name="Picture 2">
            <a:extLst>
              <a:ext uri="{FF2B5EF4-FFF2-40B4-BE49-F238E27FC236}">
                <a16:creationId xmlns:a16="http://schemas.microsoft.com/office/drawing/2014/main" id="{8E4C12E5-4162-61BE-2584-DC63A9277A79}"/>
              </a:ext>
            </a:extLst>
          </p:cNvPr>
          <p:cNvPicPr>
            <a:picLocks noChangeAspect="1"/>
          </p:cNvPicPr>
          <p:nvPr/>
        </p:nvPicPr>
        <p:blipFill>
          <a:blip r:embed="rId4"/>
          <a:stretch>
            <a:fillRect/>
          </a:stretch>
        </p:blipFill>
        <p:spPr>
          <a:xfrm>
            <a:off x="228600" y="916175"/>
            <a:ext cx="9426677" cy="5676900"/>
          </a:xfrm>
          <a:prstGeom prst="rect">
            <a:avLst/>
          </a:prstGeom>
        </p:spPr>
      </p:pic>
    </p:spTree>
    <p:extLst>
      <p:ext uri="{BB962C8B-B14F-4D97-AF65-F5344CB8AC3E}">
        <p14:creationId xmlns:p14="http://schemas.microsoft.com/office/powerpoint/2010/main" val="3240756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Visualization </a:t>
            </a:r>
            <a:endParaRPr/>
          </a:p>
        </p:txBody>
      </p:sp>
      <p:sp>
        <p:nvSpPr>
          <p:cNvPr id="137" name="Google Shape;137;p32"/>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8" name="Google Shape;138;p32"/>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39" name="Google Shape;139;p32" descr="360DigiTMG Reviews - 52 Reviews of 360digitmg.com | Sitejabber"/>
          <p:cNvPicPr preferRelativeResize="0"/>
          <p:nvPr/>
        </p:nvPicPr>
        <p:blipFill rotWithShape="1">
          <a:blip r:embed="rId3">
            <a:alphaModFix/>
          </a:blip>
          <a:srcRect/>
          <a:stretch/>
        </p:blipFill>
        <p:spPr>
          <a:xfrm>
            <a:off x="9751545" y="5952931"/>
            <a:ext cx="2277039" cy="808338"/>
          </a:xfrm>
          <a:prstGeom prst="rect">
            <a:avLst/>
          </a:prstGeom>
          <a:noFill/>
          <a:ln>
            <a:noFill/>
          </a:ln>
        </p:spPr>
      </p:pic>
      <p:pic>
        <p:nvPicPr>
          <p:cNvPr id="7" name="Picture 6" descr="A screenshot of a computer&#10;&#10;AI-generated content may be incorrect.">
            <a:extLst>
              <a:ext uri="{FF2B5EF4-FFF2-40B4-BE49-F238E27FC236}">
                <a16:creationId xmlns:a16="http://schemas.microsoft.com/office/drawing/2014/main" id="{38301141-A6BE-1802-7919-F81604A6676C}"/>
              </a:ext>
            </a:extLst>
          </p:cNvPr>
          <p:cNvPicPr>
            <a:picLocks noChangeAspect="1"/>
          </p:cNvPicPr>
          <p:nvPr/>
        </p:nvPicPr>
        <p:blipFill>
          <a:blip r:embed="rId4"/>
          <a:stretch>
            <a:fillRect/>
          </a:stretch>
        </p:blipFill>
        <p:spPr>
          <a:xfrm>
            <a:off x="391988" y="899549"/>
            <a:ext cx="9253457" cy="561923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cxnSp>
        <p:nvCxnSpPr>
          <p:cNvPr id="144" name="Google Shape;144;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145" name="Google Shape;145;p60" descr="Attitudes 2 Animal Cognition Survey – The Anthrozoologist"/>
          <p:cNvPicPr preferRelativeResize="0"/>
          <p:nvPr/>
        </p:nvPicPr>
        <p:blipFill rotWithShape="1">
          <a:blip r:embed="rId3">
            <a:alphaModFix/>
          </a:blip>
          <a:srcRect/>
          <a:stretch/>
        </p:blipFill>
        <p:spPr>
          <a:xfrm>
            <a:off x="3110415" y="272435"/>
            <a:ext cx="5971172" cy="5971172"/>
          </a:xfrm>
          <a:prstGeom prst="rect">
            <a:avLst/>
          </a:prstGeom>
          <a:noFill/>
          <a:ln>
            <a:noFill/>
          </a:ln>
        </p:spPr>
      </p:pic>
      <p:pic>
        <p:nvPicPr>
          <p:cNvPr id="146" name="Google Shape;146;p60" descr="360DigiTMG Reviews - 52 Reviews of 360digitmg.com | Sitejabber"/>
          <p:cNvPicPr preferRelativeResize="0"/>
          <p:nvPr/>
        </p:nvPicPr>
        <p:blipFill rotWithShape="1">
          <a:blip r:embed="rId4">
            <a:alphaModFix/>
          </a:blip>
          <a:srcRect/>
          <a:stretch/>
        </p:blipFill>
        <p:spPr>
          <a:xfrm>
            <a:off x="9723552" y="5952931"/>
            <a:ext cx="2277039" cy="808338"/>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253</TotalTime>
  <Words>1874</Words>
  <Application>Microsoft Office PowerPoint</Application>
  <PresentationFormat>Widescreen</PresentationFormat>
  <Paragraphs>544</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Georgia</vt:lpstr>
      <vt:lpstr>Rockwell</vt:lpstr>
      <vt:lpstr>Rockwell Condensed</vt:lpstr>
      <vt:lpstr>Times New Roman</vt:lpstr>
      <vt:lpstr>Wingdings</vt:lpstr>
      <vt:lpstr>Wood Type</vt:lpstr>
      <vt:lpstr>Fertility Insights: Data-Driven IVF Monitoring</vt:lpstr>
      <vt:lpstr>Contents</vt:lpstr>
      <vt:lpstr>Business Problem</vt:lpstr>
      <vt:lpstr>Project Overview and Scope</vt:lpstr>
      <vt:lpstr>Project Architecture - Data Flow Diagram </vt:lpstr>
      <vt:lpstr>Data Collection</vt:lpstr>
      <vt:lpstr>Data Dictionary </vt:lpstr>
      <vt:lpstr>Data Dictionary </vt:lpstr>
      <vt:lpstr>Data Dictionary </vt:lpstr>
      <vt:lpstr>Data Dictionary </vt:lpstr>
      <vt:lpstr>Data Dictionary </vt:lpstr>
      <vt:lpstr>Exploratory Data Analysis [EDA]</vt:lpstr>
      <vt:lpstr>Exploratory Data Analysis [EDA]</vt:lpstr>
      <vt:lpstr>Exploratory Data Analysis [EDA]</vt:lpstr>
      <vt:lpstr>Exploratory Data Analysis [EDA]</vt:lpstr>
      <vt:lpstr>Exploratory Data Analysis [EDA]</vt:lpstr>
      <vt:lpstr>Exploratory Data Analysis [EDA]</vt:lpstr>
      <vt:lpstr>Data Preprocessing</vt:lpstr>
      <vt:lpstr>Data Visualization </vt:lpstr>
      <vt:lpstr>Data Visualization </vt:lpstr>
      <vt:lpstr>Data Visualization </vt:lpstr>
      <vt:lpstr>Data Visualization </vt:lpstr>
      <vt:lpstr>Data Visualization </vt:lpstr>
      <vt:lpstr>Data Visualization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VIKAS BARTHWAL</dc:creator>
  <cp:lastModifiedBy>TEJA JANAGAM</cp:lastModifiedBy>
  <cp:revision>1</cp:revision>
  <dcterms:created xsi:type="dcterms:W3CDTF">2022-02-16T01:47:29Z</dcterms:created>
  <dcterms:modified xsi:type="dcterms:W3CDTF">2025-12-31T05:32:10Z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ies>
</file>